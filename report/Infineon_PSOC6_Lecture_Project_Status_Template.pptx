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9"/>
  </p:notesMasterIdLst>
  <p:handoutMasterIdLst>
    <p:handoutMasterId r:id="rId10"/>
  </p:handoutMasterIdLst>
  <p:sldIdLst>
    <p:sldId id="2147471886" r:id="rId5"/>
    <p:sldId id="2147483462" r:id="rId6"/>
    <p:sldId id="2147483464" r:id="rId7"/>
    <p:sldId id="2147471884" r:id="rId8"/>
  </p:sldIdLst>
  <p:sldSz cx="12192000" cy="6858000"/>
  <p:notesSz cx="7099300" cy="10234613"/>
  <p:custDataLst>
    <p:tags r:id="rId11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88" d="100"/>
          <a:sy n="88" d="100"/>
        </p:scale>
        <p:origin x="600" y="57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‹#›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Motor Group</a:t>
            </a: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 Artem Vinivitin, Mihai Marinescu, Simon Kozka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Agreed on a standard testbench design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Designed schematics for our setup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Collected some basic Microphone and IMU test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Agreed on basic and advanced data labels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Ordered all the necessary components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Started work on signal preprocessing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Finished a basic </a:t>
            </a:r>
            <a:r>
              <a:rPr lang="en-US" dirty="0" err="1">
                <a:solidFill>
                  <a:schemeClr val="tx1"/>
                </a:solidFill>
              </a:rPr>
              <a:t>Micropython</a:t>
            </a:r>
            <a:r>
              <a:rPr lang="en-US" dirty="0">
                <a:solidFill>
                  <a:schemeClr val="tx1"/>
                </a:solidFill>
              </a:rPr>
              <a:t> script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Record a sufficient amount of data for our models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Design 3  AI models: IMU, Microphone, IMU + Microphone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IMU insensitivity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Weird storage </a:t>
            </a:r>
            <a:r>
              <a:rPr lang="en-US" dirty="0" err="1">
                <a:solidFill>
                  <a:schemeClr val="tx1"/>
                </a:solidFill>
              </a:rPr>
              <a:t>behaviour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Minor </a:t>
            </a:r>
            <a:r>
              <a:rPr lang="en-US" dirty="0" err="1">
                <a:solidFill>
                  <a:schemeClr val="tx1"/>
                </a:solidFill>
              </a:rPr>
              <a:t>Deepcraft</a:t>
            </a:r>
            <a:r>
              <a:rPr lang="en-US" dirty="0">
                <a:solidFill>
                  <a:schemeClr val="tx1"/>
                </a:solidFill>
              </a:rPr>
              <a:t> performance issues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Question: Training a model on two data streams from different sensors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52</TotalTime>
  <Words>225</Words>
  <Application>Microsoft Office PowerPoint</Application>
  <PresentationFormat>Widescreen</PresentationFormat>
  <Paragraphs>48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Infineon 16:9</vt:lpstr>
      <vt:lpstr> Infineon PSOC6 Lecture project status 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Simon Kozka</cp:lastModifiedBy>
  <cp:revision>10</cp:revision>
  <dcterms:created xsi:type="dcterms:W3CDTF">2024-04-15T16:23:15Z</dcterms:created>
  <dcterms:modified xsi:type="dcterms:W3CDTF">2026-02-13T11:45:49Z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