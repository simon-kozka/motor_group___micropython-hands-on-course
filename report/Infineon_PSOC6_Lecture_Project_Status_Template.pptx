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heme/theme2.xml" ContentType="application/vnd.openxmlformats-officedocument.theme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heme/theme3.xml" ContentType="application/vnd.openxmlformats-officedocument.theme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5" r:id="rId4"/>
  </p:sldMasterIdLst>
  <p:notesMasterIdLst>
    <p:notesMasterId r:id="rId9"/>
  </p:notesMasterIdLst>
  <p:handoutMasterIdLst>
    <p:handoutMasterId r:id="rId10"/>
  </p:handoutMasterIdLst>
  <p:sldIdLst>
    <p:sldId id="2147471886" r:id="rId5"/>
    <p:sldId id="2147483462" r:id="rId6"/>
    <p:sldId id="2147483464" r:id="rId7"/>
    <p:sldId id="2147471884" r:id="rId8"/>
  </p:sldIdLst>
  <p:sldSz cx="12192000" cy="6858000"/>
  <p:notesSz cx="7099300" cy="10234613"/>
  <p:custDataLst>
    <p:tags r:id="rId11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1pPr>
    <a:lvl2pPr marL="609585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2pPr>
    <a:lvl3pPr marL="1219170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3pPr>
    <a:lvl4pPr marL="1828754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4pPr>
    <a:lvl5pPr marL="2438339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5pPr>
    <a:lvl6pPr marL="3047924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6pPr>
    <a:lvl7pPr marL="3657509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7pPr>
    <a:lvl8pPr marL="4267093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8pPr>
    <a:lvl9pPr marL="4876678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187">
          <p15:clr>
            <a:srgbClr val="A4A3A4"/>
          </p15:clr>
        </p15:guide>
        <p15:guide id="2" orient="horz" pos="638">
          <p15:clr>
            <a:srgbClr val="A4A3A4"/>
          </p15:clr>
        </p15:guide>
        <p15:guide id="3" orient="horz" pos="453">
          <p15:clr>
            <a:srgbClr val="A4A3A4"/>
          </p15:clr>
        </p15:guide>
        <p15:guide id="4" orient="horz" pos="6262">
          <p15:clr>
            <a:srgbClr val="A4A3A4"/>
          </p15:clr>
        </p15:guide>
        <p15:guide id="5" pos="4186">
          <p15:clr>
            <a:srgbClr val="A4A3A4"/>
          </p15:clr>
        </p15:guide>
        <p15:guide id="6" pos="286">
          <p15:clr>
            <a:srgbClr val="A4A3A4"/>
          </p15:clr>
        </p15:guide>
        <p15:guide id="7" pos="830">
          <p15:clr>
            <a:srgbClr val="A4A3A4"/>
          </p15:clr>
        </p15:guide>
        <p15:guide id="8" pos="386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42E414-1952-433B-97D5-56356CD4551E}" v="706" dt="2026-01-30T11:02:22.515"/>
  </p1510:revLst>
</p1510:revInfo>
</file>

<file path=ppt/tableStyles.xml><?xml version="1.0" encoding="utf-8"?>
<a:tblStyleLst xmlns:a="http://schemas.openxmlformats.org/drawingml/2006/main" def="{69012ECD-51FC-41F1-AA8D-1B2483CD663E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9525" cmpd="sng">
              <a:solidFill>
                <a:schemeClr val="lt1"/>
              </a:solidFill>
            </a:ln>
          </a:left>
          <a:right>
            <a:ln w="9525" cmpd="sng">
              <a:solidFill>
                <a:srgbClr val="FFFFFF"/>
              </a:solidFill>
            </a:ln>
          </a:right>
          <a:top>
            <a:ln w="9525" cmpd="sng">
              <a:solidFill>
                <a:srgbClr val="FFFFFF"/>
              </a:solidFill>
            </a:ln>
          </a:top>
          <a:bottom>
            <a:ln w="9525" cmpd="sng">
              <a:solidFill>
                <a:srgbClr val="FFFFFF"/>
              </a:solidFill>
            </a:ln>
          </a:bottom>
          <a:insideH>
            <a:ln w="9525" cmpd="sng">
              <a:solidFill>
                <a:srgbClr val="FFFFFF"/>
              </a:solidFill>
            </a:ln>
          </a:insideH>
          <a:insideV>
            <a:ln w="9525" cmpd="sng">
              <a:solidFill>
                <a:srgbClr val="FFFFFF"/>
              </a:solidFill>
            </a:ln>
          </a:insideV>
        </a:tcBdr>
        <a:fill>
          <a:solidFill>
            <a:schemeClr val="lt2"/>
          </a:solidFill>
        </a:fill>
      </a:tcStyle>
    </a:wholeTbl>
    <a:band1H>
      <a:tcStyle>
        <a:tcBdr/>
      </a:tcStyle>
    </a:band1H>
    <a:band2H>
      <a:tcTxStyle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band2H>
    <a:band1V>
      <a:tcStyle>
        <a:tcBdr/>
      </a:tcStyle>
    </a:band1V>
    <a:band2V>
      <a:tcTxStyle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band2V>
    <a:lastCol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lastRow>
    <a:firstRow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949" autoAdjust="0"/>
    <p:restoredTop sz="94696" autoAdjust="0"/>
  </p:normalViewPr>
  <p:slideViewPr>
    <p:cSldViewPr snapToObjects="1" showGuides="1">
      <p:cViewPr varScale="1">
        <p:scale>
          <a:sx n="88" d="100"/>
          <a:sy n="88" d="100"/>
        </p:scale>
        <p:origin x="600" y="57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Objects="1" showGuides="1">
      <p:cViewPr varScale="1">
        <p:scale>
          <a:sx n="70" d="100"/>
          <a:sy n="70" d="100"/>
        </p:scale>
        <p:origin x="2268" y="42"/>
      </p:cViewPr>
      <p:guideLst>
        <p:guide orient="horz" pos="187"/>
        <p:guide orient="horz" pos="638"/>
        <p:guide orient="horz" pos="453"/>
        <p:guide orient="horz" pos="6262"/>
        <p:guide pos="4186"/>
        <p:guide pos="286"/>
        <p:guide pos="830"/>
        <p:guide pos="386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gs" Target="tags/tag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195.xml"/><Relationship Id="rId3" Type="http://schemas.openxmlformats.org/officeDocument/2006/relationships/tags" Target="../tags/tag190.xml"/><Relationship Id="rId7" Type="http://schemas.openxmlformats.org/officeDocument/2006/relationships/tags" Target="../tags/tag194.xml"/><Relationship Id="rId12" Type="http://schemas.openxmlformats.org/officeDocument/2006/relationships/image" Target="../media/image5.png"/><Relationship Id="rId2" Type="http://schemas.openxmlformats.org/officeDocument/2006/relationships/tags" Target="../tags/tag189.xml"/><Relationship Id="rId1" Type="http://schemas.openxmlformats.org/officeDocument/2006/relationships/theme" Target="../theme/theme3.xml"/><Relationship Id="rId6" Type="http://schemas.openxmlformats.org/officeDocument/2006/relationships/tags" Target="../tags/tag193.xml"/><Relationship Id="rId11" Type="http://schemas.openxmlformats.org/officeDocument/2006/relationships/tags" Target="../tags/tag198.xml"/><Relationship Id="rId5" Type="http://schemas.openxmlformats.org/officeDocument/2006/relationships/tags" Target="../tags/tag192.xml"/><Relationship Id="rId10" Type="http://schemas.openxmlformats.org/officeDocument/2006/relationships/tags" Target="../tags/tag197.xml"/><Relationship Id="rId4" Type="http://schemas.openxmlformats.org/officeDocument/2006/relationships/tags" Target="../tags/tag191.xml"/><Relationship Id="rId9" Type="http://schemas.openxmlformats.org/officeDocument/2006/relationships/tags" Target="../tags/tag19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Header Placeholder" hidden="1"/>
          <p:cNvSpPr>
            <a:spLocks noGrp="1" noChangeArrowheads="1"/>
          </p:cNvSpPr>
          <p:nvPr>
            <p:ph type="hdr" sz="quarter"/>
            <p:custDataLst>
              <p:tags r:id="rId2"/>
            </p:custDataLst>
          </p:nvPr>
        </p:nvSpPr>
        <p:spPr bwMode="auto">
          <a:xfrm>
            <a:off x="709930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55819">
              <a:defRPr sz="1200">
                <a:latin typeface="Tahoma" pitchFamily="34" charset="0"/>
              </a:defRPr>
            </a:lvl1pPr>
          </a:lstStyle>
          <a:p>
            <a:endParaRPr lang="en-US" sz="100" dirty="0">
              <a:noFill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ooter Placeholder" hidden="1"/>
          <p:cNvSpPr>
            <a:spLocks noGrp="1"/>
          </p:cNvSpPr>
          <p:nvPr>
            <p:ph type="ftr" sz="quarter" idx="2"/>
            <p:custDataLst>
              <p:tags r:id="rId3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 algn="ctr"/>
            <a:r>
              <a:rPr lang="en-US" sz="100" dirty="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pPr algn="ctr"/>
            <a:r>
              <a:rPr lang="en-US" sz="100" b="1" dirty="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</a:p>
        </p:txBody>
      </p:sp>
      <p:sp>
        <p:nvSpPr>
          <p:cNvPr id="9" name="Date Placeholder" hidden="1"/>
          <p:cNvSpPr>
            <a:spLocks noGrp="1"/>
          </p:cNvSpPr>
          <p:nvPr>
            <p:ph type="dt" sz="quarter" idx="1"/>
            <p:custDataLst>
              <p:tags r:id="rId4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 algn="l"/>
            <a:r>
              <a:rPr lang="en-US" sz="100" dirty="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2020-09-28</a:t>
            </a:r>
          </a:p>
          <a:p>
            <a:pPr algn="l"/>
            <a:endParaRPr lang="en-US" sz="100" dirty="0">
              <a:noFill/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"/>
          <p:cNvSpPr>
            <a:spLocks noGrp="1"/>
          </p:cNvSpPr>
          <p:nvPr>
            <p:ph type="sldNum" sz="quarter" idx="3"/>
          </p:nvPr>
        </p:nvSpPr>
        <p:spPr>
          <a:xfrm>
            <a:off x="5997922" y="9833798"/>
            <a:ext cx="612000" cy="28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/>
            </a:lvl1pPr>
          </a:lstStyle>
          <a:p>
            <a:fld id="{4F5EA4BF-E9AE-43AF-B3B0-E8B2B4D213BF}" type="slidenum">
              <a:rPr lang="en-US" sz="80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pPr/>
              <a:t>‹#›</a:t>
            </a:fld>
            <a:endParaRPr lang="en-US" sz="80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2" name="empower_document_placeholder" hidden="1">
            <a:extLst>
              <a:ext uri="{FF2B5EF4-FFF2-40B4-BE49-F238E27FC236}">
                <a16:creationId xmlns:a16="http://schemas.microsoft.com/office/drawing/2014/main" id="{AB77BC53-8E05-4977-B193-6A6AD69A870A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 bwMode="auto">
          <a:xfrm>
            <a:off x="489310" y="426585"/>
            <a:ext cx="259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[Owner:   Doc ID:   Vers.: ]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3" name="empower_proprietary_placeholder" hidden="1">
            <a:extLst>
              <a:ext uri="{FF2B5EF4-FFF2-40B4-BE49-F238E27FC236}">
                <a16:creationId xmlns:a16="http://schemas.microsoft.com/office/drawing/2014/main" id="{8A3F532B-9233-4B6C-A1AE-20F78C1A46B8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5637922" y="9545798"/>
            <a:ext cx="97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Infineon Proprietary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4" name="empower_draft_placeholder" hidden="1">
            <a:extLst>
              <a:ext uri="{FF2B5EF4-FFF2-40B4-BE49-F238E27FC236}">
                <a16:creationId xmlns:a16="http://schemas.microsoft.com/office/drawing/2014/main" id="{707F235E-2AB2-45AA-AAE4-3CA5D9E6B283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 bwMode="auto">
          <a:xfrm>
            <a:off x="489310" y="9545798"/>
            <a:ext cx="360362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- DRAFT -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5" name="empower_footer_placeholder">
            <a:extLst>
              <a:ext uri="{FF2B5EF4-FFF2-40B4-BE49-F238E27FC236}">
                <a16:creationId xmlns:a16="http://schemas.microsoft.com/office/drawing/2014/main" id="{5B6337D7-EF4A-437B-98C9-7A76CBDDE797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 bwMode="auto">
          <a:xfrm>
            <a:off x="2001479" y="9833798"/>
            <a:ext cx="3096343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2025. All rights reserved.</a:t>
            </a:r>
            <a:endParaRPr lang="en-US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6" name="empower_classification_attention_placeholder" hidden="1">
            <a:extLst>
              <a:ext uri="{FF2B5EF4-FFF2-40B4-BE49-F238E27FC236}">
                <a16:creationId xmlns:a16="http://schemas.microsoft.com/office/drawing/2014/main" id="{07AA87B6-2D72-4228-A7D0-DDCA437050BF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 bwMode="auto">
          <a:xfrm>
            <a:off x="3063723" y="426585"/>
            <a:ext cx="971855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empower_classification_placeholder">
            <a:extLst>
              <a:ext uri="{FF2B5EF4-FFF2-40B4-BE49-F238E27FC236}">
                <a16:creationId xmlns:a16="http://schemas.microsoft.com/office/drawing/2014/main" id="{162FD7ED-CC36-4F26-ADD4-95B9EFF2AE3D}"/>
              </a:ext>
            </a:extLst>
          </p:cNvPr>
          <p:cNvSpPr txBox="1"/>
          <p:nvPr userDrawn="1">
            <p:custDataLst>
              <p:tags r:id="rId10"/>
            </p:custDataLst>
          </p:nvPr>
        </p:nvSpPr>
        <p:spPr bwMode="auto">
          <a:xfrm>
            <a:off x="3062327" y="426585"/>
            <a:ext cx="973251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4" name="empower_date_placeholder">
            <a:extLst>
              <a:ext uri="{FF2B5EF4-FFF2-40B4-BE49-F238E27FC236}">
                <a16:creationId xmlns:a16="http://schemas.microsoft.com/office/drawing/2014/main" id="{17C46F5C-5E8F-4CC2-80E6-B88261E13B5B}"/>
              </a:ext>
            </a:extLst>
          </p:cNvPr>
          <p:cNvSpPr txBox="1"/>
          <p:nvPr userDrawn="1">
            <p:custDataLst>
              <p:tags r:id="rId11"/>
            </p:custDataLst>
          </p:nvPr>
        </p:nvSpPr>
        <p:spPr bwMode="auto">
          <a:xfrm>
            <a:off x="489309" y="9833798"/>
            <a:ext cx="61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2025-07-03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pic>
        <p:nvPicPr>
          <p:cNvPr id="26" name="Logo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657072" y="295163"/>
            <a:ext cx="880886" cy="419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94286928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185.xml"/><Relationship Id="rId3" Type="http://schemas.openxmlformats.org/officeDocument/2006/relationships/tags" Target="../tags/tag180.xml"/><Relationship Id="rId7" Type="http://schemas.openxmlformats.org/officeDocument/2006/relationships/tags" Target="../tags/tag184.xml"/><Relationship Id="rId12" Type="http://schemas.openxmlformats.org/officeDocument/2006/relationships/image" Target="../media/image5.png"/><Relationship Id="rId2" Type="http://schemas.openxmlformats.org/officeDocument/2006/relationships/tags" Target="../tags/tag179.xml"/><Relationship Id="rId1" Type="http://schemas.openxmlformats.org/officeDocument/2006/relationships/theme" Target="../theme/theme2.xml"/><Relationship Id="rId6" Type="http://schemas.openxmlformats.org/officeDocument/2006/relationships/tags" Target="../tags/tag183.xml"/><Relationship Id="rId11" Type="http://schemas.openxmlformats.org/officeDocument/2006/relationships/tags" Target="../tags/tag188.xml"/><Relationship Id="rId5" Type="http://schemas.openxmlformats.org/officeDocument/2006/relationships/tags" Target="../tags/tag182.xml"/><Relationship Id="rId10" Type="http://schemas.openxmlformats.org/officeDocument/2006/relationships/tags" Target="../tags/tag187.xml"/><Relationship Id="rId4" Type="http://schemas.openxmlformats.org/officeDocument/2006/relationships/tags" Target="../tags/tag181.xml"/><Relationship Id="rId9" Type="http://schemas.openxmlformats.org/officeDocument/2006/relationships/tags" Target="../tags/tag18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6" name="Slide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4025" y="1012825"/>
            <a:ext cx="6191250" cy="34829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4997" name="Notes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453306" y="4757266"/>
            <a:ext cx="6191968" cy="4783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Enter Notes</a:t>
            </a:r>
          </a:p>
        </p:txBody>
      </p:sp>
      <p:sp>
        <p:nvSpPr>
          <p:cNvPr id="28" name="Header Placeholder" hidden="1"/>
          <p:cNvSpPr>
            <a:spLocks noGrp="1" noChangeArrowheads="1"/>
          </p:cNvSpPr>
          <p:nvPr>
            <p:ph type="hdr" sz="quarter"/>
            <p:custDataLst>
              <p:tags r:id="rId2"/>
            </p:custDataLst>
          </p:nvPr>
        </p:nvSpPr>
        <p:spPr bwMode="auto">
          <a:xfrm>
            <a:off x="709930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55819">
              <a:defRPr sz="100">
                <a:noFill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sz="100" dirty="0"/>
          </a:p>
        </p:txBody>
      </p:sp>
      <p:sp>
        <p:nvSpPr>
          <p:cNvPr id="10" name="Footer Placeholder" hidden="1"/>
          <p:cNvSpPr>
            <a:spLocks noGrp="1"/>
          </p:cNvSpPr>
          <p:nvPr>
            <p:ph type="ftr" sz="quarter" idx="4"/>
            <p:custDataLst>
              <p:tags r:id="rId3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">
                <a:noFill/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</a:p>
        </p:txBody>
      </p:sp>
      <p:sp>
        <p:nvSpPr>
          <p:cNvPr id="11" name="Date Placeholder" hidden="1"/>
          <p:cNvSpPr>
            <a:spLocks noGrp="1"/>
          </p:cNvSpPr>
          <p:nvPr>
            <p:ph type="dt" idx="1"/>
            <p:custDataLst>
              <p:tags r:id="rId4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2020-09-28</a:t>
            </a:r>
          </a:p>
          <a:p>
            <a:endParaRPr lang="en-US" dirty="0"/>
          </a:p>
        </p:txBody>
      </p:sp>
      <p:sp>
        <p:nvSpPr>
          <p:cNvPr id="12" name="Slide Number Placeholder"/>
          <p:cNvSpPr>
            <a:spLocks noGrp="1"/>
          </p:cNvSpPr>
          <p:nvPr>
            <p:ph type="sldNum" sz="quarter" idx="5"/>
          </p:nvPr>
        </p:nvSpPr>
        <p:spPr>
          <a:xfrm>
            <a:off x="6033274" y="9833798"/>
            <a:ext cx="612000" cy="28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rgbClr val="928285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4165D906-55BD-49C5-997D-27A40DB53D15}" type="slidenum"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empower_document_placeholder" hidden="1">
            <a:extLst>
              <a:ext uri="{FF2B5EF4-FFF2-40B4-BE49-F238E27FC236}">
                <a16:creationId xmlns:a16="http://schemas.microsoft.com/office/drawing/2014/main" id="{E8AE2277-2635-47CE-8461-F921E010AD6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 bwMode="auto">
          <a:xfrm>
            <a:off x="453306" y="426585"/>
            <a:ext cx="259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[Owner:   Doc ID:   Vers.: ]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3" name="empower_proprietary_placeholder" hidden="1">
            <a:extLst>
              <a:ext uri="{FF2B5EF4-FFF2-40B4-BE49-F238E27FC236}">
                <a16:creationId xmlns:a16="http://schemas.microsoft.com/office/drawing/2014/main" id="{1ED6373F-3656-4DFD-9B9C-BC0ABABA2CBF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5673274" y="9545798"/>
            <a:ext cx="97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Infineon Proprietary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4" name="empower_draft_placeholder" hidden="1">
            <a:extLst>
              <a:ext uri="{FF2B5EF4-FFF2-40B4-BE49-F238E27FC236}">
                <a16:creationId xmlns:a16="http://schemas.microsoft.com/office/drawing/2014/main" id="{3D3123B4-E08C-4CCD-9703-AD1F689F1FB7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 bwMode="auto">
          <a:xfrm>
            <a:off x="453306" y="9545798"/>
            <a:ext cx="360362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- DRAFT -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5" name="empower_footer_placeholder">
            <a:extLst>
              <a:ext uri="{FF2B5EF4-FFF2-40B4-BE49-F238E27FC236}">
                <a16:creationId xmlns:a16="http://schemas.microsoft.com/office/drawing/2014/main" id="{7E51E007-F5B3-45C7-900F-9B0FFE9F37F6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 bwMode="auto">
          <a:xfrm>
            <a:off x="2001479" y="9833798"/>
            <a:ext cx="3096343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2025. All rights reserved.</a:t>
            </a:r>
            <a:endParaRPr lang="en-US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empower_classification_attention_placeholder" hidden="1">
            <a:extLst>
              <a:ext uri="{FF2B5EF4-FFF2-40B4-BE49-F238E27FC236}">
                <a16:creationId xmlns:a16="http://schemas.microsoft.com/office/drawing/2014/main" id="{CD1E0C77-9862-4B96-A3C1-8F3320EB5330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 bwMode="auto">
          <a:xfrm>
            <a:off x="3063723" y="426585"/>
            <a:ext cx="971855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7" name="empower_classification_placeholder">
            <a:extLst>
              <a:ext uri="{FF2B5EF4-FFF2-40B4-BE49-F238E27FC236}">
                <a16:creationId xmlns:a16="http://schemas.microsoft.com/office/drawing/2014/main" id="{9F464BB7-63C3-4B8A-A50E-5FC32FA6A18F}"/>
              </a:ext>
            </a:extLst>
          </p:cNvPr>
          <p:cNvSpPr txBox="1"/>
          <p:nvPr userDrawn="1">
            <p:custDataLst>
              <p:tags r:id="rId10"/>
            </p:custDataLst>
          </p:nvPr>
        </p:nvSpPr>
        <p:spPr bwMode="auto">
          <a:xfrm>
            <a:off x="3062327" y="426585"/>
            <a:ext cx="973251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8" name="empower_date_placeholder">
            <a:extLst>
              <a:ext uri="{FF2B5EF4-FFF2-40B4-BE49-F238E27FC236}">
                <a16:creationId xmlns:a16="http://schemas.microsoft.com/office/drawing/2014/main" id="{7E930412-6BBA-43BF-B0D5-11DDE46E471E}"/>
              </a:ext>
            </a:extLst>
          </p:cNvPr>
          <p:cNvSpPr txBox="1"/>
          <p:nvPr userDrawn="1">
            <p:custDataLst>
              <p:tags r:id="rId11"/>
            </p:custDataLst>
          </p:nvPr>
        </p:nvSpPr>
        <p:spPr bwMode="auto">
          <a:xfrm>
            <a:off x="453306" y="9833798"/>
            <a:ext cx="61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2025-07-03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pic>
        <p:nvPicPr>
          <p:cNvPr id="32" name="Logo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657072" y="295163"/>
            <a:ext cx="880886" cy="419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2300418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609585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2pPr>
    <a:lvl3pPr marL="1219170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3pPr>
    <a:lvl4pPr marL="1828754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4pPr>
    <a:lvl5pPr marL="2438339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3.xml"/><Relationship Id="rId3" Type="http://schemas.openxmlformats.org/officeDocument/2006/relationships/tags" Target="../tags/tag8.xml"/><Relationship Id="rId7" Type="http://schemas.openxmlformats.org/officeDocument/2006/relationships/tags" Target="../tags/tag12.xml"/><Relationship Id="rId12" Type="http://schemas.openxmlformats.org/officeDocument/2006/relationships/image" Target="../media/image1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image" Target="../media/image2.jpeg"/><Relationship Id="rId5" Type="http://schemas.openxmlformats.org/officeDocument/2006/relationships/tags" Target="../tags/tag10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9.xml"/><Relationship Id="rId9" Type="http://schemas.openxmlformats.org/officeDocument/2006/relationships/tags" Target="../tags/tag14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12" Type="http://schemas.openxmlformats.org/officeDocument/2006/relationships/image" Target="../media/image1.pn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image" Target="../media/image3.jpeg"/><Relationship Id="rId5" Type="http://schemas.openxmlformats.org/officeDocument/2006/relationships/tags" Target="../tags/tag19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8.xml"/><Relationship Id="rId9" Type="http://schemas.openxmlformats.org/officeDocument/2006/relationships/tags" Target="../tags/tag23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3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11" Type="http://schemas.openxmlformats.org/officeDocument/2006/relationships/image" Target="../media/image1.png"/><Relationship Id="rId5" Type="http://schemas.openxmlformats.org/officeDocument/2006/relationships/tags" Target="../tags/tag28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27.xml"/><Relationship Id="rId9" Type="http://schemas.openxmlformats.org/officeDocument/2006/relationships/tags" Target="../tags/tag32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40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35.xml"/><Relationship Id="rId7" Type="http://schemas.openxmlformats.org/officeDocument/2006/relationships/tags" Target="../tags/tag39.xml"/><Relationship Id="rId12" Type="http://schemas.openxmlformats.org/officeDocument/2006/relationships/tags" Target="../tags/tag44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11" Type="http://schemas.openxmlformats.org/officeDocument/2006/relationships/tags" Target="../tags/tag43.xml"/><Relationship Id="rId5" Type="http://schemas.openxmlformats.org/officeDocument/2006/relationships/tags" Target="../tags/tag37.xml"/><Relationship Id="rId10" Type="http://schemas.openxmlformats.org/officeDocument/2006/relationships/tags" Target="../tags/tag42.xml"/><Relationship Id="rId4" Type="http://schemas.openxmlformats.org/officeDocument/2006/relationships/tags" Target="../tags/tag36.xml"/><Relationship Id="rId9" Type="http://schemas.openxmlformats.org/officeDocument/2006/relationships/tags" Target="../tags/tag4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52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47.xml"/><Relationship Id="rId7" Type="http://schemas.openxmlformats.org/officeDocument/2006/relationships/tags" Target="../tags/tag51.xml"/><Relationship Id="rId12" Type="http://schemas.openxmlformats.org/officeDocument/2006/relationships/tags" Target="../tags/tag56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tags" Target="../tags/tag50.xml"/><Relationship Id="rId11" Type="http://schemas.openxmlformats.org/officeDocument/2006/relationships/tags" Target="../tags/tag55.xml"/><Relationship Id="rId5" Type="http://schemas.openxmlformats.org/officeDocument/2006/relationships/tags" Target="../tags/tag49.xml"/><Relationship Id="rId10" Type="http://schemas.openxmlformats.org/officeDocument/2006/relationships/tags" Target="../tags/tag54.xml"/><Relationship Id="rId4" Type="http://schemas.openxmlformats.org/officeDocument/2006/relationships/tags" Target="../tags/tag48.xml"/><Relationship Id="rId9" Type="http://schemas.openxmlformats.org/officeDocument/2006/relationships/tags" Target="../tags/tag53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64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59.xml"/><Relationship Id="rId7" Type="http://schemas.openxmlformats.org/officeDocument/2006/relationships/tags" Target="../tags/tag63.xml"/><Relationship Id="rId12" Type="http://schemas.openxmlformats.org/officeDocument/2006/relationships/tags" Target="../tags/tag68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tags" Target="../tags/tag62.xml"/><Relationship Id="rId11" Type="http://schemas.openxmlformats.org/officeDocument/2006/relationships/tags" Target="../tags/tag67.xml"/><Relationship Id="rId5" Type="http://schemas.openxmlformats.org/officeDocument/2006/relationships/tags" Target="../tags/tag61.xml"/><Relationship Id="rId10" Type="http://schemas.openxmlformats.org/officeDocument/2006/relationships/tags" Target="../tags/tag66.xml"/><Relationship Id="rId4" Type="http://schemas.openxmlformats.org/officeDocument/2006/relationships/tags" Target="../tags/tag60.xml"/><Relationship Id="rId9" Type="http://schemas.openxmlformats.org/officeDocument/2006/relationships/tags" Target="../tags/tag65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7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5" Type="http://schemas.openxmlformats.org/officeDocument/2006/relationships/image" Target="../media/image4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83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78.xml"/><Relationship Id="rId7" Type="http://schemas.openxmlformats.org/officeDocument/2006/relationships/tags" Target="../tags/tag82.xml"/><Relationship Id="rId12" Type="http://schemas.openxmlformats.org/officeDocument/2006/relationships/tags" Target="../tags/tag87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tags" Target="../tags/tag81.xml"/><Relationship Id="rId11" Type="http://schemas.openxmlformats.org/officeDocument/2006/relationships/tags" Target="../tags/tag86.xml"/><Relationship Id="rId5" Type="http://schemas.openxmlformats.org/officeDocument/2006/relationships/tags" Target="../tags/tag80.xml"/><Relationship Id="rId10" Type="http://schemas.openxmlformats.org/officeDocument/2006/relationships/tags" Target="../tags/tag85.xml"/><Relationship Id="rId4" Type="http://schemas.openxmlformats.org/officeDocument/2006/relationships/tags" Target="../tags/tag79.xml"/><Relationship Id="rId9" Type="http://schemas.openxmlformats.org/officeDocument/2006/relationships/tags" Target="../tags/tag84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95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90.xml"/><Relationship Id="rId7" Type="http://schemas.openxmlformats.org/officeDocument/2006/relationships/tags" Target="../tags/tag94.xml"/><Relationship Id="rId12" Type="http://schemas.openxmlformats.org/officeDocument/2006/relationships/tags" Target="../tags/tag99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tags" Target="../tags/tag93.xml"/><Relationship Id="rId11" Type="http://schemas.openxmlformats.org/officeDocument/2006/relationships/tags" Target="../tags/tag98.xml"/><Relationship Id="rId5" Type="http://schemas.openxmlformats.org/officeDocument/2006/relationships/tags" Target="../tags/tag92.xml"/><Relationship Id="rId10" Type="http://schemas.openxmlformats.org/officeDocument/2006/relationships/tags" Target="../tags/tag97.xml"/><Relationship Id="rId4" Type="http://schemas.openxmlformats.org/officeDocument/2006/relationships/tags" Target="../tags/tag91.xml"/><Relationship Id="rId9" Type="http://schemas.openxmlformats.org/officeDocument/2006/relationships/tags" Target="../tags/tag96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07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02.xml"/><Relationship Id="rId7" Type="http://schemas.openxmlformats.org/officeDocument/2006/relationships/tags" Target="../tags/tag106.xml"/><Relationship Id="rId12" Type="http://schemas.openxmlformats.org/officeDocument/2006/relationships/tags" Target="../tags/tag111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6" Type="http://schemas.openxmlformats.org/officeDocument/2006/relationships/tags" Target="../tags/tag105.xml"/><Relationship Id="rId11" Type="http://schemas.openxmlformats.org/officeDocument/2006/relationships/tags" Target="../tags/tag110.xml"/><Relationship Id="rId5" Type="http://schemas.openxmlformats.org/officeDocument/2006/relationships/tags" Target="../tags/tag104.xml"/><Relationship Id="rId10" Type="http://schemas.openxmlformats.org/officeDocument/2006/relationships/tags" Target="../tags/tag109.xml"/><Relationship Id="rId4" Type="http://schemas.openxmlformats.org/officeDocument/2006/relationships/tags" Target="../tags/tag103.xml"/><Relationship Id="rId9" Type="http://schemas.openxmlformats.org/officeDocument/2006/relationships/tags" Target="../tags/tag108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119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14.xml"/><Relationship Id="rId7" Type="http://schemas.openxmlformats.org/officeDocument/2006/relationships/tags" Target="../tags/tag118.xml"/><Relationship Id="rId12" Type="http://schemas.openxmlformats.org/officeDocument/2006/relationships/tags" Target="../tags/tag123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6" Type="http://schemas.openxmlformats.org/officeDocument/2006/relationships/tags" Target="../tags/tag117.xml"/><Relationship Id="rId11" Type="http://schemas.openxmlformats.org/officeDocument/2006/relationships/tags" Target="../tags/tag122.xml"/><Relationship Id="rId5" Type="http://schemas.openxmlformats.org/officeDocument/2006/relationships/tags" Target="../tags/tag116.xml"/><Relationship Id="rId10" Type="http://schemas.openxmlformats.org/officeDocument/2006/relationships/tags" Target="../tags/tag121.xml"/><Relationship Id="rId4" Type="http://schemas.openxmlformats.org/officeDocument/2006/relationships/tags" Target="../tags/tag115.xml"/><Relationship Id="rId9" Type="http://schemas.openxmlformats.org/officeDocument/2006/relationships/tags" Target="../tags/tag120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131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26.xml"/><Relationship Id="rId7" Type="http://schemas.openxmlformats.org/officeDocument/2006/relationships/tags" Target="../tags/tag130.xml"/><Relationship Id="rId12" Type="http://schemas.openxmlformats.org/officeDocument/2006/relationships/tags" Target="../tags/tag135.xml"/><Relationship Id="rId2" Type="http://schemas.openxmlformats.org/officeDocument/2006/relationships/tags" Target="../tags/tag125.xml"/><Relationship Id="rId1" Type="http://schemas.openxmlformats.org/officeDocument/2006/relationships/tags" Target="../tags/tag124.xml"/><Relationship Id="rId6" Type="http://schemas.openxmlformats.org/officeDocument/2006/relationships/tags" Target="../tags/tag129.xml"/><Relationship Id="rId11" Type="http://schemas.openxmlformats.org/officeDocument/2006/relationships/tags" Target="../tags/tag134.xml"/><Relationship Id="rId5" Type="http://schemas.openxmlformats.org/officeDocument/2006/relationships/tags" Target="../tags/tag128.xml"/><Relationship Id="rId10" Type="http://schemas.openxmlformats.org/officeDocument/2006/relationships/tags" Target="../tags/tag133.xml"/><Relationship Id="rId4" Type="http://schemas.openxmlformats.org/officeDocument/2006/relationships/tags" Target="../tags/tag127.xml"/><Relationship Id="rId9" Type="http://schemas.openxmlformats.org/officeDocument/2006/relationships/tags" Target="../tags/tag132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143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38.xml"/><Relationship Id="rId7" Type="http://schemas.openxmlformats.org/officeDocument/2006/relationships/tags" Target="../tags/tag142.xml"/><Relationship Id="rId12" Type="http://schemas.openxmlformats.org/officeDocument/2006/relationships/tags" Target="../tags/tag147.xml"/><Relationship Id="rId2" Type="http://schemas.openxmlformats.org/officeDocument/2006/relationships/tags" Target="../tags/tag137.xml"/><Relationship Id="rId1" Type="http://schemas.openxmlformats.org/officeDocument/2006/relationships/tags" Target="../tags/tag136.xml"/><Relationship Id="rId6" Type="http://schemas.openxmlformats.org/officeDocument/2006/relationships/tags" Target="../tags/tag141.xml"/><Relationship Id="rId11" Type="http://schemas.openxmlformats.org/officeDocument/2006/relationships/tags" Target="../tags/tag146.xml"/><Relationship Id="rId5" Type="http://schemas.openxmlformats.org/officeDocument/2006/relationships/tags" Target="../tags/tag140.xml"/><Relationship Id="rId10" Type="http://schemas.openxmlformats.org/officeDocument/2006/relationships/tags" Target="../tags/tag145.xml"/><Relationship Id="rId4" Type="http://schemas.openxmlformats.org/officeDocument/2006/relationships/tags" Target="../tags/tag139.xml"/><Relationship Id="rId9" Type="http://schemas.openxmlformats.org/officeDocument/2006/relationships/tags" Target="../tags/tag144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55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50.xml"/><Relationship Id="rId7" Type="http://schemas.openxmlformats.org/officeDocument/2006/relationships/tags" Target="../tags/tag154.xml"/><Relationship Id="rId12" Type="http://schemas.openxmlformats.org/officeDocument/2006/relationships/tags" Target="../tags/tag159.xml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6" Type="http://schemas.openxmlformats.org/officeDocument/2006/relationships/tags" Target="../tags/tag153.xml"/><Relationship Id="rId11" Type="http://schemas.openxmlformats.org/officeDocument/2006/relationships/tags" Target="../tags/tag158.xml"/><Relationship Id="rId5" Type="http://schemas.openxmlformats.org/officeDocument/2006/relationships/tags" Target="../tags/tag152.xml"/><Relationship Id="rId10" Type="http://schemas.openxmlformats.org/officeDocument/2006/relationships/tags" Target="../tags/tag157.xml"/><Relationship Id="rId4" Type="http://schemas.openxmlformats.org/officeDocument/2006/relationships/tags" Target="../tags/tag151.xml"/><Relationship Id="rId9" Type="http://schemas.openxmlformats.org/officeDocument/2006/relationships/tags" Target="../tags/tag156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167.xml"/><Relationship Id="rId3" Type="http://schemas.openxmlformats.org/officeDocument/2006/relationships/tags" Target="../tags/tag162.xml"/><Relationship Id="rId7" Type="http://schemas.openxmlformats.org/officeDocument/2006/relationships/tags" Target="../tags/tag166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161.xml"/><Relationship Id="rId1" Type="http://schemas.openxmlformats.org/officeDocument/2006/relationships/tags" Target="../tags/tag160.xml"/><Relationship Id="rId6" Type="http://schemas.openxmlformats.org/officeDocument/2006/relationships/tags" Target="../tags/tag165.xml"/><Relationship Id="rId11" Type="http://schemas.openxmlformats.org/officeDocument/2006/relationships/tags" Target="../tags/tag170.xml"/><Relationship Id="rId5" Type="http://schemas.openxmlformats.org/officeDocument/2006/relationships/tags" Target="../tags/tag164.xml"/><Relationship Id="rId10" Type="http://schemas.openxmlformats.org/officeDocument/2006/relationships/tags" Target="../tags/tag169.xml"/><Relationship Id="rId4" Type="http://schemas.openxmlformats.org/officeDocument/2006/relationships/tags" Target="../tags/tag163.xml"/><Relationship Id="rId9" Type="http://schemas.openxmlformats.org/officeDocument/2006/relationships/tags" Target="../tags/tag168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173.xml"/><Relationship Id="rId2" Type="http://schemas.openxmlformats.org/officeDocument/2006/relationships/tags" Target="../tags/tag172.xml"/><Relationship Id="rId1" Type="http://schemas.openxmlformats.org/officeDocument/2006/relationships/tags" Target="../tags/tag171.xml"/><Relationship Id="rId4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176.xml"/><Relationship Id="rId7" Type="http://schemas.openxmlformats.org/officeDocument/2006/relationships/image" Target="../media/image1.png"/><Relationship Id="rId2" Type="http://schemas.openxmlformats.org/officeDocument/2006/relationships/tags" Target="../tags/tag175.xml"/><Relationship Id="rId1" Type="http://schemas.openxmlformats.org/officeDocument/2006/relationships/tags" Target="../tags/tag17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8.xml"/><Relationship Id="rId4" Type="http://schemas.openxmlformats.org/officeDocument/2006/relationships/tags" Target="../tags/tag17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OGO PROTECTION" hidden="1">
            <a:extLst>
              <a:ext uri="{FF2B5EF4-FFF2-40B4-BE49-F238E27FC236}">
                <a16:creationId xmlns:a16="http://schemas.microsoft.com/office/drawing/2014/main" id="{193C101A-31DD-4FCB-8E69-ED3C115F16E0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8" name="Background White">
            <a:extLst>
              <a:ext uri="{FF2B5EF4-FFF2-40B4-BE49-F238E27FC236}">
                <a16:creationId xmlns:a16="http://schemas.microsoft.com/office/drawing/2014/main" id="{9FD1694A-5725-40E5-AC10-2A7A68B981E5}"/>
              </a:ext>
            </a:extLst>
          </p:cNvPr>
          <p:cNvSpPr/>
          <p:nvPr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3" name="Crystal Picture Placeholder">
            <a:extLst>
              <a:ext uri="{FF2B5EF4-FFF2-40B4-BE49-F238E27FC236}">
                <a16:creationId xmlns:a16="http://schemas.microsoft.com/office/drawing/2014/main" id="{5805FCC4-D045-0733-8C95-81CAFF95804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" y="2"/>
            <a:ext cx="12191999" cy="3743997"/>
          </a:xfrm>
          <a:custGeom>
            <a:avLst/>
            <a:gdLst>
              <a:gd name="connsiteX0" fmla="*/ 0 w 12191999"/>
              <a:gd name="connsiteY0" fmla="*/ 0 h 3743997"/>
              <a:gd name="connsiteX1" fmla="*/ 12191999 w 12191999"/>
              <a:gd name="connsiteY1" fmla="*/ 0 h 3743997"/>
              <a:gd name="connsiteX2" fmla="*/ 12191999 w 12191999"/>
              <a:gd name="connsiteY2" fmla="*/ 3726156 h 3743997"/>
              <a:gd name="connsiteX3" fmla="*/ 3063660 w 12191999"/>
              <a:gd name="connsiteY3" fmla="*/ 2179105 h 3743997"/>
              <a:gd name="connsiteX4" fmla="*/ 387 w 12191999"/>
              <a:gd name="connsiteY4" fmla="*/ 3726157 h 3743997"/>
              <a:gd name="connsiteX5" fmla="*/ 387 w 12191999"/>
              <a:gd name="connsiteY5" fmla="*/ 3743997 h 3743997"/>
              <a:gd name="connsiteX6" fmla="*/ 0 w 12191999"/>
              <a:gd name="connsiteY6" fmla="*/ 3743997 h 3743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3743997">
                <a:moveTo>
                  <a:pt x="0" y="0"/>
                </a:moveTo>
                <a:lnTo>
                  <a:pt x="12191999" y="0"/>
                </a:lnTo>
                <a:lnTo>
                  <a:pt x="12191999" y="3726156"/>
                </a:lnTo>
                <a:lnTo>
                  <a:pt x="3063660" y="2179105"/>
                </a:lnTo>
                <a:lnTo>
                  <a:pt x="387" y="3726157"/>
                </a:lnTo>
                <a:lnTo>
                  <a:pt x="387" y="3743997"/>
                </a:lnTo>
                <a:lnTo>
                  <a:pt x="0" y="3743997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 wrap="square" tIns="1296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0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4000" y="5641951"/>
            <a:ext cx="828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Author (department)</a:t>
            </a:r>
            <a:br>
              <a:rPr lang="en-US" noProof="0"/>
            </a:br>
            <a:r>
              <a:rPr lang="en-US" noProof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26638A09-FAF0-40AC-917E-C2B12C875E5A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24000" y="4163051"/>
            <a:ext cx="8280000" cy="1118901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Please type in title</a:t>
            </a:r>
          </a:p>
        </p:txBody>
      </p:sp>
      <p:sp>
        <p:nvSpPr>
          <p:cNvPr id="9" name="empower_classification_attention_placeholder" hidden="1">
            <a:extLst>
              <a:ext uri="{FF2B5EF4-FFF2-40B4-BE49-F238E27FC236}">
                <a16:creationId xmlns:a16="http://schemas.microsoft.com/office/drawing/2014/main" id="{542ADA73-329E-4D35-A040-712B75800F88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411800" y="6500314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0" name="empower_classification_placeholder">
            <a:extLst>
              <a:ext uri="{FF2B5EF4-FFF2-40B4-BE49-F238E27FC236}">
                <a16:creationId xmlns:a16="http://schemas.microsoft.com/office/drawing/2014/main" id="{2D16A7B9-CA23-4C66-B2AF-3682EAAE8159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412000" y="6500314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1" name="empower_document_placeholder" hidden="1">
            <a:extLst>
              <a:ext uri="{FF2B5EF4-FFF2-40B4-BE49-F238E27FC236}">
                <a16:creationId xmlns:a16="http://schemas.microsoft.com/office/drawing/2014/main" id="{7FE25D73-2664-463A-AF80-DF3E4E2CB8B6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624000" y="6500314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2" name="empower_draft_placeholder" hidden="1">
            <a:extLst>
              <a:ext uri="{FF2B5EF4-FFF2-40B4-BE49-F238E27FC236}">
                <a16:creationId xmlns:a16="http://schemas.microsoft.com/office/drawing/2014/main" id="{9769B1E2-E46B-4957-AEBB-2CD1EAF09328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4350044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</a:p>
        </p:txBody>
      </p:sp>
      <p:sp>
        <p:nvSpPr>
          <p:cNvPr id="2" name="MIO_AGENDA_IGNORE_NAVIGATION" hidden="1">
            <a:extLst>
              <a:ext uri="{FF2B5EF4-FFF2-40B4-BE49-F238E27FC236}">
                <a16:creationId xmlns:a16="http://schemas.microsoft.com/office/drawing/2014/main" id="{03AF05FD-8ED3-440D-B616-18664CA13DD2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E0053FF2-2ADB-4CE0-850C-04ADE25DFF5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7" name="Date Placeholder 16" hidden="1">
            <a:extLst>
              <a:ext uri="{FF2B5EF4-FFF2-40B4-BE49-F238E27FC236}">
                <a16:creationId xmlns:a16="http://schemas.microsoft.com/office/drawing/2014/main" id="{B19EA23C-BCB4-4E72-A8B3-AFF05FD396BC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</a:p>
        </p:txBody>
      </p:sp>
      <p:sp>
        <p:nvSpPr>
          <p:cNvPr id="18" name="Footer Placeholder 17" hidden="1">
            <a:extLst>
              <a:ext uri="{FF2B5EF4-FFF2-40B4-BE49-F238E27FC236}">
                <a16:creationId xmlns:a16="http://schemas.microsoft.com/office/drawing/2014/main" id="{271BB539-26D3-4B9C-9F13-4E382668BE8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Slide Number Placeholder 18" hidden="1">
            <a:extLst>
              <a:ext uri="{FF2B5EF4-FFF2-40B4-BE49-F238E27FC236}">
                <a16:creationId xmlns:a16="http://schemas.microsoft.com/office/drawing/2014/main" id="{970E7400-5A78-4596-8A13-DC8308CA511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370ED20-2DD7-4652-95B4-6C73AD11EB7F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92DC6926-96FF-4BB1-823E-5F2FFE796E76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361232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501C1CF0-6452-4D4E-9BC7-65EADBD5EEC4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Background White">
            <a:extLst>
              <a:ext uri="{FF2B5EF4-FFF2-40B4-BE49-F238E27FC236}">
                <a16:creationId xmlns:a16="http://schemas.microsoft.com/office/drawing/2014/main" id="{FBA286CB-2DB7-49EA-ABB9-E63BB6315EDB}"/>
              </a:ext>
            </a:extLst>
          </p:cNvPr>
          <p:cNvSpPr/>
          <p:nvPr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7" name="Crystal Picture Placeholder">
            <a:extLst>
              <a:ext uri="{FF2B5EF4-FFF2-40B4-BE49-F238E27FC236}">
                <a16:creationId xmlns:a16="http://schemas.microsoft.com/office/drawing/2014/main" id="{2B034C47-A659-3457-E1A7-79A7F521356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-1" y="0"/>
            <a:ext cx="5205158" cy="6858000"/>
          </a:xfrm>
          <a:custGeom>
            <a:avLst/>
            <a:gdLst>
              <a:gd name="connsiteX0" fmla="*/ 0 w 5205158"/>
              <a:gd name="connsiteY0" fmla="*/ 0 h 6858000"/>
              <a:gd name="connsiteX1" fmla="*/ 4377139 w 5205158"/>
              <a:gd name="connsiteY1" fmla="*/ 0 h 6858000"/>
              <a:gd name="connsiteX2" fmla="*/ 5205158 w 5205158"/>
              <a:gd name="connsiteY2" fmla="*/ 1713978 h 6858000"/>
              <a:gd name="connsiteX3" fmla="*/ 4370092 w 5205158"/>
              <a:gd name="connsiteY3" fmla="*/ 6858000 h 6858000"/>
              <a:gd name="connsiteX4" fmla="*/ 0 w 5205158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05158" h="6858000">
                <a:moveTo>
                  <a:pt x="0" y="0"/>
                </a:moveTo>
                <a:lnTo>
                  <a:pt x="4377139" y="0"/>
                </a:lnTo>
                <a:lnTo>
                  <a:pt x="5205158" y="1713978"/>
                </a:lnTo>
                <a:lnTo>
                  <a:pt x="4370092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 wrap="square" tIns="2700000">
            <a:noAutofit/>
          </a:bodyPr>
          <a:lstStyle>
            <a:lvl1pPr marL="0" indent="0" algn="ctr" rtl="0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5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5808608" y="3790101"/>
            <a:ext cx="576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Author (department)</a:t>
            </a:r>
            <a:br>
              <a:rPr lang="en-US" noProof="0"/>
            </a:br>
            <a:r>
              <a:rPr lang="en-US" noProof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0926292C-4FD6-404F-8149-3EB0B4DF87B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08608" y="1757203"/>
            <a:ext cx="5760000" cy="1672899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Please type in title</a:t>
            </a:r>
          </a:p>
        </p:txBody>
      </p:sp>
      <p:sp>
        <p:nvSpPr>
          <p:cNvPr id="8" name="empower_classification_attention_placeholder" hidden="1">
            <a:extLst>
              <a:ext uri="{FF2B5EF4-FFF2-40B4-BE49-F238E27FC236}">
                <a16:creationId xmlns:a16="http://schemas.microsoft.com/office/drawing/2014/main" id="{275E4ACD-2699-4EB4-B72E-2EBE63C205D6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808608" y="6501600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9" name="empower_classification_placeholder">
            <a:extLst>
              <a:ext uri="{FF2B5EF4-FFF2-40B4-BE49-F238E27FC236}">
                <a16:creationId xmlns:a16="http://schemas.microsoft.com/office/drawing/2014/main" id="{2E1A11AC-1395-4E21-827C-BF03F1350E73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808608" y="6501600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8A1DAB4F-0FA1-4116-AD11-2FAD7B4CA74A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8328521" y="6501600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9" name="empower_draft_placeholder" hidden="1">
            <a:extLst>
              <a:ext uri="{FF2B5EF4-FFF2-40B4-BE49-F238E27FC236}">
                <a16:creationId xmlns:a16="http://schemas.microsoft.com/office/drawing/2014/main" id="{6199DA7C-0CA0-4D66-B211-C7E7EAED824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7464565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</a:p>
        </p:txBody>
      </p: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77B7EDDE-B2BF-41DF-B12E-29C55B064D28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77CD087C-DFE1-43D5-AF8C-29BB0B90F672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8A2B950C-C584-4156-BAA9-284D4A5BB0F4}"/>
              </a:ext>
            </a:extLst>
          </p:cNvPr>
          <p:cNvSpPr>
            <a:spLocks noGrp="1"/>
          </p:cNvSpPr>
          <p:nvPr>
            <p:ph type="dt" sz="half" idx="19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05BA39DF-1C65-465A-9ECA-C35A3F0705E9}"/>
              </a:ext>
            </a:extLst>
          </p:cNvPr>
          <p:cNvSpPr>
            <a:spLocks noGrp="1"/>
          </p:cNvSpPr>
          <p:nvPr>
            <p:ph type="ftr" sz="quarter" idx="20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237973C6-0D90-4AEE-BB6E-AE4A8B5BA26B}"/>
              </a:ext>
            </a:extLst>
          </p:cNvPr>
          <p:cNvSpPr>
            <a:spLocks noGrp="1"/>
          </p:cNvSpPr>
          <p:nvPr>
            <p:ph type="sldNum" sz="quarter" idx="21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D727B4D6-DF5E-49B7-A837-D207551F221D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A2558C1A-A4CE-495C-941B-21CFE7DE6C24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423285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D04A951B-0B3C-4A20-86D2-B3C8F8FB9563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4" name="Background White">
            <a:extLst>
              <a:ext uri="{FF2B5EF4-FFF2-40B4-BE49-F238E27FC236}">
                <a16:creationId xmlns:a16="http://schemas.microsoft.com/office/drawing/2014/main" id="{1FBC75BD-957B-1EC7-B3A9-8C67FC480706}"/>
              </a:ext>
            </a:extLst>
          </p:cNvPr>
          <p:cNvSpPr/>
          <p:nvPr userDrawn="1"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rtl="0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3" name="Crystal Shape">
            <a:extLst>
              <a:ext uri="{FF2B5EF4-FFF2-40B4-BE49-F238E27FC236}">
                <a16:creationId xmlns:a16="http://schemas.microsoft.com/office/drawing/2014/main" id="{2EA7ACC0-9174-0F6F-0B3E-9FE773D0A408}"/>
              </a:ext>
            </a:extLst>
          </p:cNvPr>
          <p:cNvSpPr/>
          <p:nvPr userDrawn="1"/>
        </p:nvSpPr>
        <p:spPr bwMode="auto">
          <a:xfrm>
            <a:off x="2" y="1"/>
            <a:ext cx="12191999" cy="3932241"/>
          </a:xfrm>
          <a:custGeom>
            <a:avLst/>
            <a:gdLst>
              <a:gd name="connsiteX0" fmla="*/ 0 w 12191999"/>
              <a:gd name="connsiteY0" fmla="*/ 0 h 3932241"/>
              <a:gd name="connsiteX1" fmla="*/ 12191999 w 12191999"/>
              <a:gd name="connsiteY1" fmla="*/ 0 h 3932241"/>
              <a:gd name="connsiteX2" fmla="*/ 12191999 w 12191999"/>
              <a:gd name="connsiteY2" fmla="*/ 3726156 h 3932241"/>
              <a:gd name="connsiteX3" fmla="*/ 3063660 w 12191999"/>
              <a:gd name="connsiteY3" fmla="*/ 2179105 h 3932241"/>
              <a:gd name="connsiteX4" fmla="*/ 387 w 12191999"/>
              <a:gd name="connsiteY4" fmla="*/ 3726157 h 3932241"/>
              <a:gd name="connsiteX5" fmla="*/ 387 w 12191999"/>
              <a:gd name="connsiteY5" fmla="*/ 3932241 h 3932241"/>
              <a:gd name="connsiteX6" fmla="*/ 0 w 12191999"/>
              <a:gd name="connsiteY6" fmla="*/ 3932241 h 3932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3932241">
                <a:moveTo>
                  <a:pt x="0" y="0"/>
                </a:moveTo>
                <a:lnTo>
                  <a:pt x="12191999" y="0"/>
                </a:lnTo>
                <a:lnTo>
                  <a:pt x="12191999" y="3726156"/>
                </a:lnTo>
                <a:lnTo>
                  <a:pt x="3063660" y="2179105"/>
                </a:lnTo>
                <a:lnTo>
                  <a:pt x="387" y="3726157"/>
                </a:lnTo>
                <a:lnTo>
                  <a:pt x="387" y="3932241"/>
                </a:lnTo>
                <a:lnTo>
                  <a:pt x="0" y="3932241"/>
                </a:lnTo>
                <a:close/>
              </a:path>
            </a:pathLst>
          </a:custGeom>
          <a:solidFill>
            <a:srgbClr val="0A8276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 defTabSz="576000" rtl="0" eaLnBrk="0" hangingPunct="0">
              <a:lnSpc>
                <a:spcPct val="120000"/>
              </a:lnSpc>
            </a:pPr>
            <a:endParaRPr lang="de-DE" sz="1600" baseline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6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4000" y="5641200"/>
            <a:ext cx="828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Author (department)</a:t>
            </a:r>
            <a:br>
              <a:rPr lang="en-US" noProof="0"/>
            </a:br>
            <a:r>
              <a:rPr lang="en-US" noProof="0"/>
              <a:t>Date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DDFB9099-E080-4657-A124-1583A7385081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24001" y="4161599"/>
            <a:ext cx="8280000" cy="1119600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Please type in title</a:t>
            </a:r>
          </a:p>
        </p:txBody>
      </p:sp>
      <p:sp>
        <p:nvSpPr>
          <p:cNvPr id="8" name="empower_classification_attention_placeholder" hidden="1">
            <a:extLst>
              <a:ext uri="{FF2B5EF4-FFF2-40B4-BE49-F238E27FC236}">
                <a16:creationId xmlns:a16="http://schemas.microsoft.com/office/drawing/2014/main" id="{597455C0-1C86-4D66-BC01-C39FC0636301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411800" y="6501600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9" name="empower_classification_placeholder">
            <a:extLst>
              <a:ext uri="{FF2B5EF4-FFF2-40B4-BE49-F238E27FC236}">
                <a16:creationId xmlns:a16="http://schemas.microsoft.com/office/drawing/2014/main" id="{F2A69E30-B66A-4640-A0FD-5D2C3EE160B0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412000" y="6501600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96E39437-30C8-4D2C-BDE0-D743E3FA80DD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624000" y="6501600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9" name="empower_draft_placeholder" hidden="1">
            <a:extLst>
              <a:ext uri="{FF2B5EF4-FFF2-40B4-BE49-F238E27FC236}">
                <a16:creationId xmlns:a16="http://schemas.microsoft.com/office/drawing/2014/main" id="{4B8FCDCD-762A-43C6-901A-F85ED8B716CE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4350044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</a:p>
        </p:txBody>
      </p: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E1EDD075-E4C7-4D42-B9EA-266CAA36278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5" name="MIO_AGENDA_IGNORE_CHAPTER_REFERENCE" hidden="1">
            <a:extLst>
              <a:ext uri="{FF2B5EF4-FFF2-40B4-BE49-F238E27FC236}">
                <a16:creationId xmlns:a16="http://schemas.microsoft.com/office/drawing/2014/main" id="{69714F47-DD62-4063-BF75-AE10B75ACD2F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4801112-C226-4D1B-8109-89A1EA6E6950}"/>
              </a:ext>
            </a:extLst>
          </p:cNvPr>
          <p:cNvSpPr>
            <a:spLocks noGrp="1"/>
          </p:cNvSpPr>
          <p:nvPr>
            <p:ph type="dt" sz="half" idx="15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</a:p>
        </p:txBody>
      </p:sp>
      <p:sp>
        <p:nvSpPr>
          <p:cNvPr id="17" name="Footer Placeholder 16" hidden="1">
            <a:extLst>
              <a:ext uri="{FF2B5EF4-FFF2-40B4-BE49-F238E27FC236}">
                <a16:creationId xmlns:a16="http://schemas.microsoft.com/office/drawing/2014/main" id="{4A132925-95FA-4753-A3A8-100A8B4A5840}"/>
              </a:ext>
            </a:extLst>
          </p:cNvPr>
          <p:cNvSpPr>
            <a:spLocks noGrp="1"/>
          </p:cNvSpPr>
          <p:nvPr>
            <p:ph type="ftr" sz="quarter" idx="16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90BC69B8-D726-4EBC-AE1A-053251677C8B}"/>
              </a:ext>
            </a:extLst>
          </p:cNvPr>
          <p:cNvSpPr>
            <a:spLocks noGrp="1"/>
          </p:cNvSpPr>
          <p:nvPr>
            <p:ph type="sldNum" sz="quarter" idx="17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3B046A58-B894-4C62-9312-C4EF9EDFF3F0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0090C8BE-0F32-4CF4-BB5D-F435E6072DCB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391533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mpower_additionalText_placeholder" hidden="1">
            <a:extLst>
              <a:ext uri="{FF2B5EF4-FFF2-40B4-BE49-F238E27FC236}">
                <a16:creationId xmlns:a16="http://schemas.microsoft.com/office/drawing/2014/main" id="{93F7048C-8316-453D-8883-8716B78B0306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baseline="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19AD8A63-6441-49F3-BD90-8D4DF9E47EE1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2" name="empower_proprietary_placeholder" hidden="1">
            <a:extLst>
              <a:ext uri="{FF2B5EF4-FFF2-40B4-BE49-F238E27FC236}">
                <a16:creationId xmlns:a16="http://schemas.microsoft.com/office/drawing/2014/main" id="{47EE7D08-6A4F-4583-B0FB-2642238529C0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4" name="empower_draft_placeholder" hidden="1">
            <a:extLst>
              <a:ext uri="{FF2B5EF4-FFF2-40B4-BE49-F238E27FC236}">
                <a16:creationId xmlns:a16="http://schemas.microsoft.com/office/drawing/2014/main" id="{BBB3932D-D47B-4955-93EE-467AC52E4E27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footer_placeholder">
            <a:extLst>
              <a:ext uri="{FF2B5EF4-FFF2-40B4-BE49-F238E27FC236}">
                <a16:creationId xmlns:a16="http://schemas.microsoft.com/office/drawing/2014/main" id="{BB857729-3B9C-45BF-8F44-236D56EED406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18" name="empower_classification_attention_placeholder" hidden="1">
            <a:extLst>
              <a:ext uri="{FF2B5EF4-FFF2-40B4-BE49-F238E27FC236}">
                <a16:creationId xmlns:a16="http://schemas.microsoft.com/office/drawing/2014/main" id="{ED12D396-6789-4220-B5FF-8F4E755A3C76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0" name="empower_classification_placeholder">
            <a:extLst>
              <a:ext uri="{FF2B5EF4-FFF2-40B4-BE49-F238E27FC236}">
                <a16:creationId xmlns:a16="http://schemas.microsoft.com/office/drawing/2014/main" id="{37C1E426-F34B-4FFB-A688-C9E251A8BC0B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date_placeholder">
            <a:extLst>
              <a:ext uri="{FF2B5EF4-FFF2-40B4-BE49-F238E27FC236}">
                <a16:creationId xmlns:a16="http://schemas.microsoft.com/office/drawing/2014/main" id="{6976A686-032A-4DD8-ACB2-F6323D2BEB1D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807386D-5007-41B0-8720-8A575EEBAF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F5FE3C92-21D9-4EC7-8208-A5BA097E9D7D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D1F9AA12-4C8C-4488-AF38-E06943B19AA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971F8BAB-E178-4122-ADFD-FE4894CC864F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 hidden="1">
            <a:extLst>
              <a:ext uri="{FF2B5EF4-FFF2-40B4-BE49-F238E27FC236}">
                <a16:creationId xmlns:a16="http://schemas.microsoft.com/office/drawing/2014/main" id="{F4BB077B-5178-4306-A596-17CDBFA21A5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E4D23B78-ED4D-4135-B16E-F5097554D30C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2" orient="horz" pos="4020">
          <p15:clr>
            <a:srgbClr val="FBAE40"/>
          </p15:clr>
        </p15:guide>
        <p15:guide id="3" pos="7469">
          <p15:clr>
            <a:srgbClr val="FBAE40"/>
          </p15:clr>
        </p15:guide>
        <p15:guide id="4" pos="211">
          <p15:clr>
            <a:srgbClr val="FBAE40"/>
          </p15:clr>
        </p15:guide>
        <p15:guide id="15" orient="horz" pos="79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|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mpower_additionalText_placeholder" hidden="1">
            <a:extLst>
              <a:ext uri="{FF2B5EF4-FFF2-40B4-BE49-F238E27FC236}">
                <a16:creationId xmlns:a16="http://schemas.microsoft.com/office/drawing/2014/main" id="{9D9C4037-B0BC-4E62-B476-A41D0440655D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empower_document_placeholder" hidden="1">
            <a:extLst>
              <a:ext uri="{FF2B5EF4-FFF2-40B4-BE49-F238E27FC236}">
                <a16:creationId xmlns:a16="http://schemas.microsoft.com/office/drawing/2014/main" id="{7BEA6DD0-FBBB-494B-9C03-C447E71492A5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3" name="empower_proprietary_placeholder" hidden="1">
            <a:extLst>
              <a:ext uri="{FF2B5EF4-FFF2-40B4-BE49-F238E27FC236}">
                <a16:creationId xmlns:a16="http://schemas.microsoft.com/office/drawing/2014/main" id="{295E96AB-B6AB-4A8B-A097-6438B2DA5C51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5" name="empower_draft_placeholder" hidden="1">
            <a:extLst>
              <a:ext uri="{FF2B5EF4-FFF2-40B4-BE49-F238E27FC236}">
                <a16:creationId xmlns:a16="http://schemas.microsoft.com/office/drawing/2014/main" id="{0B3EC6CF-5868-40BD-BF1B-882B13F49F5C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empower_footer_placeholder">
            <a:extLst>
              <a:ext uri="{FF2B5EF4-FFF2-40B4-BE49-F238E27FC236}">
                <a16:creationId xmlns:a16="http://schemas.microsoft.com/office/drawing/2014/main" id="{FE09BAC5-F3BC-4C51-A794-098F4099C052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19" name="empower_classification_attention_placeholder" hidden="1">
            <a:extLst>
              <a:ext uri="{FF2B5EF4-FFF2-40B4-BE49-F238E27FC236}">
                <a16:creationId xmlns:a16="http://schemas.microsoft.com/office/drawing/2014/main" id="{E695FB18-B641-433F-A03A-D58B93F377B4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1" name="empower_classification_placeholder">
            <a:extLst>
              <a:ext uri="{FF2B5EF4-FFF2-40B4-BE49-F238E27FC236}">
                <a16:creationId xmlns:a16="http://schemas.microsoft.com/office/drawing/2014/main" id="{6F76DDB4-3F8E-4A82-B473-4784C9B20BC1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date_placeholder">
            <a:extLst>
              <a:ext uri="{FF2B5EF4-FFF2-40B4-BE49-F238E27FC236}">
                <a16:creationId xmlns:a16="http://schemas.microsoft.com/office/drawing/2014/main" id="{2C326E6F-F54B-4E77-BCF5-73E6B02466B0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Conten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11520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2209D2CA-FDE2-4B12-9D75-213CCFE3FA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9" name="LOGO PROTECTION" hidden="1">
            <a:extLst>
              <a:ext uri="{FF2B5EF4-FFF2-40B4-BE49-F238E27FC236}">
                <a16:creationId xmlns:a16="http://schemas.microsoft.com/office/drawing/2014/main" id="{DF1FB678-4F92-45E5-9B25-2B5FE93A095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17B8A1C3-E607-4E28-91A1-A973183FE78F}"/>
              </a:ext>
            </a:extLst>
          </p:cNvPr>
          <p:cNvSpPr>
            <a:spLocks noGrp="1"/>
          </p:cNvSpPr>
          <p:nvPr>
            <p:ph type="dt" sz="half" idx="14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0" name="Footer Placeholder 9" hidden="1">
            <a:extLst>
              <a:ext uri="{FF2B5EF4-FFF2-40B4-BE49-F238E27FC236}">
                <a16:creationId xmlns:a16="http://schemas.microsoft.com/office/drawing/2014/main" id="{6B901E0B-D453-4CEB-8C35-51C25A27F89D}"/>
              </a:ext>
            </a:extLst>
          </p:cNvPr>
          <p:cNvSpPr>
            <a:spLocks noGrp="1"/>
          </p:cNvSpPr>
          <p:nvPr>
            <p:ph type="ftr" sz="quarter" idx="15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 hidden="1">
            <a:extLst>
              <a:ext uri="{FF2B5EF4-FFF2-40B4-BE49-F238E27FC236}">
                <a16:creationId xmlns:a16="http://schemas.microsoft.com/office/drawing/2014/main" id="{212E0C1A-F772-4C8C-B2E7-03887DA46ED9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0BE19B5-FA3E-481C-ACF3-046C2AA8A91D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799">
          <p15:clr>
            <a:srgbClr val="FBAE40"/>
          </p15:clr>
        </p15:guide>
        <p15:guide id="4" orient="horz" pos="402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FD35C554-56A1-4651-98F3-FC19B8770A8A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empower_document_placeholder" hidden="1">
            <a:extLst>
              <a:ext uri="{FF2B5EF4-FFF2-40B4-BE49-F238E27FC236}">
                <a16:creationId xmlns:a16="http://schemas.microsoft.com/office/drawing/2014/main" id="{4FA374A8-328C-4586-BEF8-CF0921FBF7D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4" name="empower_proprietary_placeholder" hidden="1">
            <a:extLst>
              <a:ext uri="{FF2B5EF4-FFF2-40B4-BE49-F238E27FC236}">
                <a16:creationId xmlns:a16="http://schemas.microsoft.com/office/drawing/2014/main" id="{AEB670C2-21D6-4210-BA37-DF3C9B9933BC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  <a:endParaRPr lang="en-US" sz="800" b="1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draft_placeholder" hidden="1">
            <a:extLst>
              <a:ext uri="{FF2B5EF4-FFF2-40B4-BE49-F238E27FC236}">
                <a16:creationId xmlns:a16="http://schemas.microsoft.com/office/drawing/2014/main" id="{21B71886-0324-4B36-AA82-C90CF46385B2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empower_footer_placeholder">
            <a:extLst>
              <a:ext uri="{FF2B5EF4-FFF2-40B4-BE49-F238E27FC236}">
                <a16:creationId xmlns:a16="http://schemas.microsoft.com/office/drawing/2014/main" id="{DC9834AE-8B30-477E-8C87-5F8E7D7B17A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20" name="empower_classification_attention_placeholder" hidden="1">
            <a:extLst>
              <a:ext uri="{FF2B5EF4-FFF2-40B4-BE49-F238E27FC236}">
                <a16:creationId xmlns:a16="http://schemas.microsoft.com/office/drawing/2014/main" id="{B5FD8F85-4CB3-489A-86B2-4ABCB308F30D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classification_placeholder">
            <a:extLst>
              <a:ext uri="{FF2B5EF4-FFF2-40B4-BE49-F238E27FC236}">
                <a16:creationId xmlns:a16="http://schemas.microsoft.com/office/drawing/2014/main" id="{A254D557-505E-4B08-8C5B-DEA083728C5A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b="1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4" name="empower_date_placeholder">
            <a:extLst>
              <a:ext uri="{FF2B5EF4-FFF2-40B4-BE49-F238E27FC236}">
                <a16:creationId xmlns:a16="http://schemas.microsoft.com/office/drawing/2014/main" id="{6E3D16E2-B858-4F89-B7A0-119FBFC70810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Content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5688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Right"/>
          <p:cNvSpPr>
            <a:spLocks noGrp="1"/>
          </p:cNvSpPr>
          <p:nvPr>
            <p:ph sz="quarter" idx="14" hasCustomPrompt="1"/>
          </p:nvPr>
        </p:nvSpPr>
        <p:spPr>
          <a:xfrm>
            <a:off x="6167439" y="1268414"/>
            <a:ext cx="5689202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373E7DFD-EB78-498B-97A4-CE06BA4BEC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D623209F-EEBF-4451-AF99-363F6EA35F67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9850AB63-C5F5-4BA2-A73E-BB668324B70F}"/>
              </a:ext>
            </a:extLst>
          </p:cNvPr>
          <p:cNvSpPr>
            <a:spLocks noGrp="1"/>
          </p:cNvSpPr>
          <p:nvPr>
            <p:ph type="dt" sz="half" idx="15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1" name="Footer Placeholder 10" hidden="1">
            <a:extLst>
              <a:ext uri="{FF2B5EF4-FFF2-40B4-BE49-F238E27FC236}">
                <a16:creationId xmlns:a16="http://schemas.microsoft.com/office/drawing/2014/main" id="{ED18627F-EDFA-45CA-A572-C60F0E37473A}"/>
              </a:ext>
            </a:extLst>
          </p:cNvPr>
          <p:cNvSpPr>
            <a:spLocks noGrp="1"/>
          </p:cNvSpPr>
          <p:nvPr>
            <p:ph type="ftr" sz="quarter" idx="16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 hidden="1">
            <a:extLst>
              <a:ext uri="{FF2B5EF4-FFF2-40B4-BE49-F238E27FC236}">
                <a16:creationId xmlns:a16="http://schemas.microsoft.com/office/drawing/2014/main" id="{E2FA0071-6D08-45B0-AF4E-22BFCF09E76B}"/>
              </a:ext>
            </a:extLst>
          </p:cNvPr>
          <p:cNvSpPr>
            <a:spLocks noGrp="1"/>
          </p:cNvSpPr>
          <p:nvPr>
            <p:ph type="sldNum" sz="quarter" idx="17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673026AB-61DE-4BDA-8F8E-CCC68BAAE095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3885">
          <p15:clr>
            <a:srgbClr val="FBAE40"/>
          </p15:clr>
        </p15:guide>
        <p15:guide id="2" pos="7469">
          <p15:clr>
            <a:srgbClr val="FBAE40"/>
          </p15:clr>
        </p15:guide>
        <p15:guide id="3" pos="3795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 White"/>
          <p:cNvSpPr/>
          <p:nvPr/>
        </p:nvSpPr>
        <p:spPr bwMode="auto">
          <a:xfrm>
            <a:off x="0" y="810000"/>
            <a:ext cx="12191998" cy="604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Crystal Shape">
            <a:extLst>
              <a:ext uri="{FF2B5EF4-FFF2-40B4-BE49-F238E27FC236}">
                <a16:creationId xmlns:a16="http://schemas.microsoft.com/office/drawing/2014/main" id="{3FBBF7BF-BA7F-647C-39AB-CEDA0092AA91}"/>
              </a:ext>
            </a:extLst>
          </p:cNvPr>
          <p:cNvSpPr/>
          <p:nvPr userDrawn="1"/>
        </p:nvSpPr>
        <p:spPr>
          <a:xfrm rot="5400000">
            <a:off x="1207129" y="-1234005"/>
            <a:ext cx="6878637" cy="9330464"/>
          </a:xfrm>
          <a:custGeom>
            <a:avLst/>
            <a:gdLst>
              <a:gd name="connsiteX0" fmla="*/ 0 w 6870543"/>
              <a:gd name="connsiteY0" fmla="*/ 727877 h 5591944"/>
              <a:gd name="connsiteX1" fmla="*/ 1726296 w 6870543"/>
              <a:gd name="connsiteY1" fmla="*/ 0 h 5591944"/>
              <a:gd name="connsiteX2" fmla="*/ 6870543 w 6870543"/>
              <a:gd name="connsiteY2" fmla="*/ 1136853 h 5591944"/>
              <a:gd name="connsiteX3" fmla="*/ 6870543 w 6870543"/>
              <a:gd name="connsiteY3" fmla="*/ 5591944 h 5591944"/>
              <a:gd name="connsiteX4" fmla="*/ 0 w 6870543"/>
              <a:gd name="connsiteY4" fmla="*/ 5591944 h 5591944"/>
              <a:gd name="connsiteX5" fmla="*/ 0 w 6870543"/>
              <a:gd name="connsiteY5" fmla="*/ 727877 h 5591944"/>
              <a:gd name="connsiteX0" fmla="*/ 0 w 6870545"/>
              <a:gd name="connsiteY0" fmla="*/ 727877 h 9322375"/>
              <a:gd name="connsiteX1" fmla="*/ 1726296 w 6870545"/>
              <a:gd name="connsiteY1" fmla="*/ 0 h 9322375"/>
              <a:gd name="connsiteX2" fmla="*/ 6870543 w 6870545"/>
              <a:gd name="connsiteY2" fmla="*/ 1136853 h 9322375"/>
              <a:gd name="connsiteX3" fmla="*/ 6870545 w 6870545"/>
              <a:gd name="connsiteY3" fmla="*/ 9322375 h 9322375"/>
              <a:gd name="connsiteX4" fmla="*/ 0 w 6870545"/>
              <a:gd name="connsiteY4" fmla="*/ 5591944 h 9322375"/>
              <a:gd name="connsiteX5" fmla="*/ 0 w 6870545"/>
              <a:gd name="connsiteY5" fmla="*/ 727877 h 9322375"/>
              <a:gd name="connsiteX0" fmla="*/ 8092 w 6878637"/>
              <a:gd name="connsiteY0" fmla="*/ 727877 h 9330464"/>
              <a:gd name="connsiteX1" fmla="*/ 1734388 w 6878637"/>
              <a:gd name="connsiteY1" fmla="*/ 0 h 9330464"/>
              <a:gd name="connsiteX2" fmla="*/ 6878635 w 6878637"/>
              <a:gd name="connsiteY2" fmla="*/ 1136853 h 9330464"/>
              <a:gd name="connsiteX3" fmla="*/ 6878637 w 6878637"/>
              <a:gd name="connsiteY3" fmla="*/ 9322375 h 9330464"/>
              <a:gd name="connsiteX4" fmla="*/ 0 w 6878637"/>
              <a:gd name="connsiteY4" fmla="*/ 9330464 h 9330464"/>
              <a:gd name="connsiteX5" fmla="*/ 8092 w 6878637"/>
              <a:gd name="connsiteY5" fmla="*/ 727877 h 9330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78637" h="9330464">
                <a:moveTo>
                  <a:pt x="8092" y="727877"/>
                </a:moveTo>
                <a:lnTo>
                  <a:pt x="1734388" y="0"/>
                </a:lnTo>
                <a:lnTo>
                  <a:pt x="6878635" y="1136853"/>
                </a:lnTo>
                <a:cubicBezTo>
                  <a:pt x="6878636" y="3865360"/>
                  <a:pt x="6878636" y="6593868"/>
                  <a:pt x="6878637" y="9322375"/>
                </a:cubicBezTo>
                <a:lnTo>
                  <a:pt x="0" y="9330464"/>
                </a:lnTo>
                <a:cubicBezTo>
                  <a:pt x="2697" y="6462935"/>
                  <a:pt x="5395" y="3595406"/>
                  <a:pt x="8092" y="727877"/>
                </a:cubicBezTo>
                <a:close/>
              </a:path>
            </a:pathLst>
          </a:custGeom>
          <a:solidFill>
            <a:srgbClr val="0A8276"/>
          </a:solidFill>
          <a:ln w="1154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F95C3DD4-2582-4776-B0CC-687FF5436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360" y="2134800"/>
            <a:ext cx="8137525" cy="683369"/>
          </a:xfrm>
        </p:spPr>
        <p:txBody>
          <a:bodyPr bIns="0"/>
          <a:lstStyle>
            <a:lvl1pPr>
              <a:defRPr sz="36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enter Section</a:t>
            </a:r>
          </a:p>
        </p:txBody>
      </p:sp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D0048F1C-4756-47EC-8B66-DB56E576453D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5" name="MIO_AGENDA_IGNORE_NAVIGATION" hidden="1">
            <a:extLst>
              <a:ext uri="{FF2B5EF4-FFF2-40B4-BE49-F238E27FC236}">
                <a16:creationId xmlns:a16="http://schemas.microsoft.com/office/drawing/2014/main" id="{33FB814B-5214-4193-99B5-0E31D6690784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9" name="MIO_AGENDA_IGNORE_CHAPTER_REFERENCE" hidden="1">
            <a:extLst>
              <a:ext uri="{FF2B5EF4-FFF2-40B4-BE49-F238E27FC236}">
                <a16:creationId xmlns:a16="http://schemas.microsoft.com/office/drawing/2014/main" id="{524067FF-9067-40E5-ABF5-E79653E2B17D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0949F6EC-C7FD-4272-87A0-1C0174E09327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44ED5823-C4CB-420B-B80B-942E31DCE162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4B1B9C5C-1639-4FEF-865D-BFEAD6451E8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E4554E90-4FD5-45B2-A49A-214245B7F6D7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7074326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5337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1344">
          <p15:clr>
            <a:srgbClr val="FBAE40"/>
          </p15:clr>
        </p15:guide>
        <p15:guide id="4" orient="horz" pos="177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 White"/>
          <p:cNvSpPr/>
          <p:nvPr/>
        </p:nvSpPr>
        <p:spPr bwMode="auto">
          <a:xfrm>
            <a:off x="0" y="810000"/>
            <a:ext cx="12191998" cy="604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Crystal Shape">
            <a:extLst>
              <a:ext uri="{FF2B5EF4-FFF2-40B4-BE49-F238E27FC236}">
                <a16:creationId xmlns:a16="http://schemas.microsoft.com/office/drawing/2014/main" id="{63F28C96-D1D9-271E-B326-A1C4DC6BC78F}"/>
              </a:ext>
            </a:extLst>
          </p:cNvPr>
          <p:cNvSpPr/>
          <p:nvPr userDrawn="1"/>
        </p:nvSpPr>
        <p:spPr>
          <a:xfrm rot="16200000">
            <a:off x="6866258" y="1532259"/>
            <a:ext cx="6857999" cy="3793483"/>
          </a:xfrm>
          <a:custGeom>
            <a:avLst/>
            <a:gdLst>
              <a:gd name="connsiteX0" fmla="*/ 6857999 w 6857999"/>
              <a:gd name="connsiteY0" fmla="*/ 1129077 h 3793483"/>
              <a:gd name="connsiteX1" fmla="*/ 6857999 w 6857999"/>
              <a:gd name="connsiteY1" fmla="*/ 3792536 h 3793483"/>
              <a:gd name="connsiteX2" fmla="*/ 0 w 6857999"/>
              <a:gd name="connsiteY2" fmla="*/ 3793483 h 3793483"/>
              <a:gd name="connsiteX3" fmla="*/ 0 w 6857999"/>
              <a:gd name="connsiteY3" fmla="*/ 729579 h 3793483"/>
              <a:gd name="connsiteX4" fmla="*/ 1748945 w 6857999"/>
              <a:gd name="connsiteY4" fmla="*/ 0 h 3793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7999" h="3793483">
                <a:moveTo>
                  <a:pt x="6857999" y="1129077"/>
                </a:moveTo>
                <a:lnTo>
                  <a:pt x="6857999" y="3792536"/>
                </a:lnTo>
                <a:lnTo>
                  <a:pt x="0" y="3793483"/>
                </a:lnTo>
                <a:lnTo>
                  <a:pt x="0" y="729579"/>
                </a:lnTo>
                <a:lnTo>
                  <a:pt x="1748945" y="0"/>
                </a:lnTo>
                <a:close/>
              </a:path>
            </a:pathLst>
          </a:custGeom>
          <a:solidFill>
            <a:srgbClr val="0A8276"/>
          </a:solidFill>
          <a:ln w="1154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 dirty="0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F95C3DD4-2582-4776-B0CC-687FF5436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360" y="2134800"/>
            <a:ext cx="8137525" cy="683369"/>
          </a:xfrm>
        </p:spPr>
        <p:txBody>
          <a:bodyPr bIns="0"/>
          <a:lstStyle>
            <a:lvl1pPr>
              <a:defRPr sz="36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enter Section</a:t>
            </a:r>
          </a:p>
        </p:txBody>
      </p:sp>
      <p:sp>
        <p:nvSpPr>
          <p:cNvPr id="15" name="MIO_AGENDA_IGNORE_NAVIGATION" hidden="1">
            <a:extLst>
              <a:ext uri="{FF2B5EF4-FFF2-40B4-BE49-F238E27FC236}">
                <a16:creationId xmlns:a16="http://schemas.microsoft.com/office/drawing/2014/main" id="{33FB814B-5214-4193-99B5-0E31D6690784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9" name="MIO_AGENDA_IGNORE_CHAPTER_REFERENCE" hidden="1">
            <a:extLst>
              <a:ext uri="{FF2B5EF4-FFF2-40B4-BE49-F238E27FC236}">
                <a16:creationId xmlns:a16="http://schemas.microsoft.com/office/drawing/2014/main" id="{524067FF-9067-40E5-ABF5-E79653E2B17D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0949F6EC-C7FD-4272-87A0-1C0174E09327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44ED5823-C4CB-420B-B80B-942E31DCE162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4B1B9C5C-1639-4FEF-865D-BFEAD6451E8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pic>
        <p:nvPicPr>
          <p:cNvPr id="14" name="LOGO">
            <a:extLst>
              <a:ext uri="{FF2B5EF4-FFF2-40B4-BE49-F238E27FC236}">
                <a16:creationId xmlns:a16="http://schemas.microsoft.com/office/drawing/2014/main" id="{E2919660-0784-4B00-9836-7A695159097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042" y="193689"/>
            <a:ext cx="1207447" cy="528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47271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5337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1344">
          <p15:clr>
            <a:srgbClr val="FBAE40"/>
          </p15:clr>
        </p15:guide>
        <p15:guide id="4" orient="horz" pos="177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4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8B1B7AE2-264A-4900-9F60-CC5615C90F03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F2DD26D5-8427-4844-992F-AA5F995450F6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879A7BCC-64D2-4276-855E-685546620EF5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B8FD1BFA-BD00-4A1A-9BEE-984BDA7A138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rtl="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C0C951CC-CB9B-43AC-8395-FB2751814E0F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0FDEE340-AE14-4EB2-8F0B-840A5F5E2FB9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rtl="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3F4900C8-0A39-4B02-8E0A-398AAC4831BF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A1158698-11CA-4310-AAEA-81BFB74C7A4D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</a:p>
        </p:txBody>
      </p:sp>
      <p:sp>
        <p:nvSpPr>
          <p:cNvPr id="7" name="Content Top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2"/>
            <a:ext cx="5688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Top Right"/>
          <p:cNvSpPr>
            <a:spLocks noGrp="1"/>
          </p:cNvSpPr>
          <p:nvPr>
            <p:ph sz="quarter" idx="14" hasCustomPrompt="1"/>
          </p:nvPr>
        </p:nvSpPr>
        <p:spPr>
          <a:xfrm>
            <a:off x="6166799" y="1268412"/>
            <a:ext cx="5688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Bottom Left"/>
          <p:cNvSpPr>
            <a:spLocks noGrp="1"/>
          </p:cNvSpPr>
          <p:nvPr>
            <p:ph sz="quarter" idx="15" hasCustomPrompt="1"/>
          </p:nvPr>
        </p:nvSpPr>
        <p:spPr>
          <a:xfrm>
            <a:off x="334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Content Bottom Right"/>
          <p:cNvSpPr>
            <a:spLocks noGrp="1"/>
          </p:cNvSpPr>
          <p:nvPr>
            <p:ph sz="quarter" idx="16" hasCustomPrompt="1"/>
          </p:nvPr>
        </p:nvSpPr>
        <p:spPr>
          <a:xfrm>
            <a:off x="6166799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4034893-5E9F-45A3-8C16-98C9F6C02B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4ED1F400-5A94-4F05-84F8-53C80E7C434C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17C8E721-6FC1-4A4E-9559-945024071571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89885E48-72F6-4042-BF62-A49ACDF10504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0242B527-F278-4C5E-9E24-C19CDFEB73B1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4E976BE-C7DE-4FCF-9535-07568046A13E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211">
          <p15:clr>
            <a:srgbClr val="FBAE40"/>
          </p15:clr>
        </p15:guide>
        <p15:guide id="3" pos="3885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4020">
          <p15:clr>
            <a:srgbClr val="FBAE40"/>
          </p15:clr>
        </p15:guide>
        <p15:guide id="7" orient="horz" pos="2273">
          <p15:clr>
            <a:srgbClr val="FBAE40"/>
          </p15:clr>
        </p15:guide>
        <p15:guide id="8" orient="horz" pos="243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Row |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ECAA0892-68E2-4E2E-9B18-4A8DC40F0E11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empower_document_placeholder" hidden="1">
            <a:extLst>
              <a:ext uri="{FF2B5EF4-FFF2-40B4-BE49-F238E27FC236}">
                <a16:creationId xmlns:a16="http://schemas.microsoft.com/office/drawing/2014/main" id="{D16A0514-897C-427C-A5CD-34FCB4F6BF11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5" name="empower_proprietary_placeholder" hidden="1">
            <a:extLst>
              <a:ext uri="{FF2B5EF4-FFF2-40B4-BE49-F238E27FC236}">
                <a16:creationId xmlns:a16="http://schemas.microsoft.com/office/drawing/2014/main" id="{A6FCF5E5-2935-4FDA-903C-EA43A699BD8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7" name="empower_draft_placeholder" hidden="1">
            <a:extLst>
              <a:ext uri="{FF2B5EF4-FFF2-40B4-BE49-F238E27FC236}">
                <a16:creationId xmlns:a16="http://schemas.microsoft.com/office/drawing/2014/main" id="{115A00C6-A501-466D-A34B-23C1071DA39E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footer_placeholder">
            <a:extLst>
              <a:ext uri="{FF2B5EF4-FFF2-40B4-BE49-F238E27FC236}">
                <a16:creationId xmlns:a16="http://schemas.microsoft.com/office/drawing/2014/main" id="{0C8DD3BC-73D2-4101-B037-359F1B42B434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21" name="empower_classification_attention_placeholder" hidden="1">
            <a:extLst>
              <a:ext uri="{FF2B5EF4-FFF2-40B4-BE49-F238E27FC236}">
                <a16:creationId xmlns:a16="http://schemas.microsoft.com/office/drawing/2014/main" id="{D39CEC28-75A6-43F3-9DE9-2436F3F4D9C6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classification_placeholder">
            <a:extLst>
              <a:ext uri="{FF2B5EF4-FFF2-40B4-BE49-F238E27FC236}">
                <a16:creationId xmlns:a16="http://schemas.microsoft.com/office/drawing/2014/main" id="{FC21F178-EFAA-49DE-A35E-72E2C0CA3B0B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5" name="empower_date_placeholder">
            <a:extLst>
              <a:ext uri="{FF2B5EF4-FFF2-40B4-BE49-F238E27FC236}">
                <a16:creationId xmlns:a16="http://schemas.microsoft.com/office/drawing/2014/main" id="{43B2B732-8EC3-4F44-986D-B5DAC6EA77C1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2"/>
            <a:ext cx="11520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Bottom Left"/>
          <p:cNvSpPr>
            <a:spLocks noGrp="1"/>
          </p:cNvSpPr>
          <p:nvPr>
            <p:ph sz="quarter" idx="14" hasCustomPrompt="1"/>
          </p:nvPr>
        </p:nvSpPr>
        <p:spPr>
          <a:xfrm>
            <a:off x="334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Bottom Right"/>
          <p:cNvSpPr>
            <a:spLocks noGrp="1"/>
          </p:cNvSpPr>
          <p:nvPr>
            <p:ph sz="quarter" idx="15" hasCustomPrompt="1"/>
          </p:nvPr>
        </p:nvSpPr>
        <p:spPr>
          <a:xfrm>
            <a:off x="6166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3ADACDEE-D42E-4EEF-8504-614B0FC9EF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9F595BB6-F050-434C-AF4B-533D75C5E5D3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3ABBB783-BFC3-406F-9AE2-14E6D55F43A3}"/>
              </a:ext>
            </a:extLst>
          </p:cNvPr>
          <p:cNvSpPr>
            <a:spLocks noGrp="1"/>
          </p:cNvSpPr>
          <p:nvPr>
            <p:ph type="dt" sz="half" idx="16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2" name="Footer Placeholder 11" hidden="1">
            <a:extLst>
              <a:ext uri="{FF2B5EF4-FFF2-40B4-BE49-F238E27FC236}">
                <a16:creationId xmlns:a16="http://schemas.microsoft.com/office/drawing/2014/main" id="{7DAA9CDC-CAD4-4554-97D9-7059E95FE638}"/>
              </a:ext>
            </a:extLst>
          </p:cNvPr>
          <p:cNvSpPr>
            <a:spLocks noGrp="1"/>
          </p:cNvSpPr>
          <p:nvPr>
            <p:ph type="ftr" sz="quarter" idx="1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 hidden="1">
            <a:extLst>
              <a:ext uri="{FF2B5EF4-FFF2-40B4-BE49-F238E27FC236}">
                <a16:creationId xmlns:a16="http://schemas.microsoft.com/office/drawing/2014/main" id="{07C82FBB-C728-405A-8E31-DE02DA8D9177}"/>
              </a:ext>
            </a:extLst>
          </p:cNvPr>
          <p:cNvSpPr>
            <a:spLocks noGrp="1"/>
          </p:cNvSpPr>
          <p:nvPr>
            <p:ph type="sldNum" sz="quarter" idx="1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03708507-303A-4696-8A49-D64DA70EAF1B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orient="horz" pos="2273">
          <p15:clr>
            <a:srgbClr val="FBAE40"/>
          </p15:clr>
        </p15:guide>
        <p15:guide id="2" orient="horz" pos="799">
          <p15:clr>
            <a:srgbClr val="FBAE40"/>
          </p15:clr>
        </p15:guide>
        <p15:guide id="3" orient="horz" pos="4020">
          <p15:clr>
            <a:srgbClr val="FBAE40"/>
          </p15:clr>
        </p15:guide>
        <p15:guide id="4" pos="7469">
          <p15:clr>
            <a:srgbClr val="FBAE40"/>
          </p15:clr>
        </p15:guide>
        <p15:guide id="5" pos="3885">
          <p15:clr>
            <a:srgbClr val="FBAE40"/>
          </p15:clr>
        </p15:guide>
        <p15:guide id="6" pos="3795">
          <p15:clr>
            <a:srgbClr val="FBAE40"/>
          </p15:clr>
        </p15:guide>
        <p15:guide id="7" pos="211">
          <p15:clr>
            <a:srgbClr val="FBAE40"/>
          </p15:clr>
        </p15:guide>
        <p15:guide id="8" orient="horz" pos="243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Row | 2 columns | 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C812AE9A-81D7-4AE8-BC9F-85686450823C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BA8D3527-E357-41F9-99D1-BCEAEC88D70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3A1A2EC5-F603-4F90-ADD8-B8933F3B810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FA03A6F0-5545-409D-93A9-5E09698484A1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97E57A33-CDFD-4C72-B657-882682DACB1E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5A896D99-24DF-4F81-9EC3-37F5EF05FFED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F09BE8EF-EBD2-4B7A-9878-8440DC26C91A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99207B66-AFA5-4510-BF1D-29423C34CEF2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433" y="1268412"/>
            <a:ext cx="11521280" cy="126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Content Center Left"/>
          <p:cNvSpPr>
            <a:spLocks noGrp="1"/>
          </p:cNvSpPr>
          <p:nvPr>
            <p:ph sz="quarter" idx="14" hasCustomPrompt="1"/>
          </p:nvPr>
        </p:nvSpPr>
        <p:spPr>
          <a:xfrm>
            <a:off x="334800" y="2780913"/>
            <a:ext cx="5688000" cy="198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Center Right"/>
          <p:cNvSpPr>
            <a:spLocks noGrp="1"/>
          </p:cNvSpPr>
          <p:nvPr>
            <p:ph sz="quarter" idx="15" hasCustomPrompt="1"/>
          </p:nvPr>
        </p:nvSpPr>
        <p:spPr>
          <a:xfrm>
            <a:off x="6167437" y="2780913"/>
            <a:ext cx="5688000" cy="198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Bottom"/>
          <p:cNvSpPr>
            <a:spLocks noGrp="1"/>
          </p:cNvSpPr>
          <p:nvPr>
            <p:ph sz="quarter" idx="16" hasCustomPrompt="1"/>
          </p:nvPr>
        </p:nvSpPr>
        <p:spPr>
          <a:xfrm>
            <a:off x="334433" y="5085186"/>
            <a:ext cx="11521280" cy="1296567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2CB6C61-472A-4F78-8808-601D74D8D1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878DF235-2AD8-4C82-A0BD-D1BDFC873704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A9104FB9-0912-4A0F-BBB7-DF055F829451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E424A36D-7777-4A82-B12F-96CE1F877678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E1CCD2B2-40D2-43D5-80C4-5322AD403334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1235F132-B0A2-4CF3-A146-5DF950DFB464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3885">
          <p15:clr>
            <a:srgbClr val="FBAE40"/>
          </p15:clr>
        </p15:guide>
        <p15:guide id="2" pos="3795">
          <p15:clr>
            <a:srgbClr val="FBAE40"/>
          </p15:clr>
        </p15:guide>
        <p15:guide id="3" pos="211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1593">
          <p15:clr>
            <a:srgbClr val="FBAE40"/>
          </p15:clr>
        </p15:guide>
        <p15:guide id="7" orient="horz" pos="1752">
          <p15:clr>
            <a:srgbClr val="FBAE40"/>
          </p15:clr>
        </p15:guide>
        <p15:guide id="8" orient="horz" pos="2999">
          <p15:clr>
            <a:srgbClr val="FBAE40"/>
          </p15:clr>
        </p15:guide>
        <p15:guide id="9" orient="horz" pos="3203">
          <p15:clr>
            <a:srgbClr val="FBAE40"/>
          </p15:clr>
        </p15:guide>
        <p15:guide id="10" orient="horz" pos="402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7FB993A8-52D6-439E-9FD7-796FB1371096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empower_document_placeholder" hidden="1">
            <a:extLst>
              <a:ext uri="{FF2B5EF4-FFF2-40B4-BE49-F238E27FC236}">
                <a16:creationId xmlns:a16="http://schemas.microsoft.com/office/drawing/2014/main" id="{112013B0-A00B-4A1F-90FB-E2E8B2F86D5D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5" name="empower_proprietary_placeholder" hidden="1">
            <a:extLst>
              <a:ext uri="{FF2B5EF4-FFF2-40B4-BE49-F238E27FC236}">
                <a16:creationId xmlns:a16="http://schemas.microsoft.com/office/drawing/2014/main" id="{FC3769D5-91E6-43B0-BC4B-C0040A71CFD6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7" name="empower_draft_placeholder" hidden="1">
            <a:extLst>
              <a:ext uri="{FF2B5EF4-FFF2-40B4-BE49-F238E27FC236}">
                <a16:creationId xmlns:a16="http://schemas.microsoft.com/office/drawing/2014/main" id="{B0E0CB85-0435-4FEC-B2B6-D19200B62923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footer_placeholder">
            <a:extLst>
              <a:ext uri="{FF2B5EF4-FFF2-40B4-BE49-F238E27FC236}">
                <a16:creationId xmlns:a16="http://schemas.microsoft.com/office/drawing/2014/main" id="{557CA6BF-F2F9-417F-A2FD-035F1FC8569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21" name="empower_classification_attention_placeholder" hidden="1">
            <a:extLst>
              <a:ext uri="{FF2B5EF4-FFF2-40B4-BE49-F238E27FC236}">
                <a16:creationId xmlns:a16="http://schemas.microsoft.com/office/drawing/2014/main" id="{8C605CA2-9EAD-450F-BC1B-8D9AF92E5875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classification_placeholder">
            <a:extLst>
              <a:ext uri="{FF2B5EF4-FFF2-40B4-BE49-F238E27FC236}">
                <a16:creationId xmlns:a16="http://schemas.microsoft.com/office/drawing/2014/main" id="{4E82CE8C-8E20-4C1A-B65C-F8A30CF5A153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5" name="empower_date_placeholder">
            <a:extLst>
              <a:ext uri="{FF2B5EF4-FFF2-40B4-BE49-F238E27FC236}">
                <a16:creationId xmlns:a16="http://schemas.microsoft.com/office/drawing/2014/main" id="{D96F0A90-37BC-4B0D-A29D-8711C51DD447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</a:p>
        </p:txBody>
      </p:sp>
      <p:sp>
        <p:nvSpPr>
          <p:cNvPr id="7" name="Content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3744384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Center"/>
          <p:cNvSpPr>
            <a:spLocks noGrp="1"/>
          </p:cNvSpPr>
          <p:nvPr>
            <p:ph sz="quarter" idx="14" hasCustomPrompt="1"/>
          </p:nvPr>
        </p:nvSpPr>
        <p:spPr>
          <a:xfrm>
            <a:off x="4262399" y="1268414"/>
            <a:ext cx="3672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1" name="Content Right"/>
          <p:cNvSpPr>
            <a:spLocks noGrp="1"/>
          </p:cNvSpPr>
          <p:nvPr>
            <p:ph sz="quarter" idx="15" hasCustomPrompt="1"/>
          </p:nvPr>
        </p:nvSpPr>
        <p:spPr>
          <a:xfrm>
            <a:off x="8113184" y="1268414"/>
            <a:ext cx="3744416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A635AE4-FE20-4282-BFFD-96EBDCED60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96E14A5B-9E91-4287-8D3D-9F9C469D8ECA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210BD89C-2BAC-459E-A79D-05B6C0B33362}"/>
              </a:ext>
            </a:extLst>
          </p:cNvPr>
          <p:cNvSpPr>
            <a:spLocks noGrp="1"/>
          </p:cNvSpPr>
          <p:nvPr>
            <p:ph type="dt" sz="half" idx="16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2" name="Footer Placeholder 11" hidden="1">
            <a:extLst>
              <a:ext uri="{FF2B5EF4-FFF2-40B4-BE49-F238E27FC236}">
                <a16:creationId xmlns:a16="http://schemas.microsoft.com/office/drawing/2014/main" id="{13A018B2-30A4-435D-A599-2BE57EAB5CBC}"/>
              </a:ext>
            </a:extLst>
          </p:cNvPr>
          <p:cNvSpPr>
            <a:spLocks noGrp="1"/>
          </p:cNvSpPr>
          <p:nvPr>
            <p:ph type="ftr" sz="quarter" idx="1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 hidden="1">
            <a:extLst>
              <a:ext uri="{FF2B5EF4-FFF2-40B4-BE49-F238E27FC236}">
                <a16:creationId xmlns:a16="http://schemas.microsoft.com/office/drawing/2014/main" id="{B6CA23A5-CFDD-4B39-B853-6A18A878BFBF}"/>
              </a:ext>
            </a:extLst>
          </p:cNvPr>
          <p:cNvSpPr>
            <a:spLocks noGrp="1"/>
          </p:cNvSpPr>
          <p:nvPr>
            <p:ph type="sldNum" sz="quarter" idx="1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226441E8-60EA-42A3-B978-BA612ACACF40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orient="horz" pos="4020">
          <p15:clr>
            <a:srgbClr val="FBAE40"/>
          </p15:clr>
        </p15:guide>
        <p15:guide id="2" orient="horz" pos="799">
          <p15:clr>
            <a:srgbClr val="FBAE40"/>
          </p15:clr>
        </p15:guide>
        <p15:guide id="3" pos="4997">
          <p15:clr>
            <a:srgbClr val="FBAE40"/>
          </p15:clr>
        </p15:guide>
        <p15:guide id="4" pos="2683">
          <p15:clr>
            <a:srgbClr val="FBAE40"/>
          </p15:clr>
        </p15:guide>
        <p15:guide id="5" pos="2570">
          <p15:clr>
            <a:srgbClr val="FBAE40"/>
          </p15:clr>
        </p15:guide>
        <p15:guide id="6" pos="5110">
          <p15:clr>
            <a:srgbClr val="FBAE40"/>
          </p15:clr>
        </p15:guide>
        <p15:guide id="7" pos="211">
          <p15:clr>
            <a:srgbClr val="FBAE40"/>
          </p15:clr>
        </p15:guide>
        <p15:guide id="8" pos="746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Row |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488416C1-009C-4276-862C-859A39D89869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B192327F-A51B-41E2-B3F1-79934B28290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EE529511-279F-4E8D-B98F-7745CB480D7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7712C297-5B52-4E05-AEC3-8C81F2A74EE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C492E0D9-97C5-4A27-B585-4460769C4D67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EB4DD739-504C-48CA-BA98-DEE0B3A91EAB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D547197E-1EC3-47AA-B644-4B7771421A2B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5B4084F1-8114-4C22-84F5-3D14817A7904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11521280" cy="1368425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Content Left"/>
          <p:cNvSpPr>
            <a:spLocks noGrp="1"/>
          </p:cNvSpPr>
          <p:nvPr>
            <p:ph sz="quarter" idx="14" hasCustomPrompt="1"/>
          </p:nvPr>
        </p:nvSpPr>
        <p:spPr>
          <a:xfrm>
            <a:off x="334800" y="2781300"/>
            <a:ext cx="3744000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Center"/>
          <p:cNvSpPr>
            <a:spLocks noGrp="1"/>
          </p:cNvSpPr>
          <p:nvPr>
            <p:ph sz="quarter" idx="15" hasCustomPrompt="1"/>
          </p:nvPr>
        </p:nvSpPr>
        <p:spPr>
          <a:xfrm>
            <a:off x="4259262" y="2781300"/>
            <a:ext cx="3673475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Right"/>
          <p:cNvSpPr>
            <a:spLocks noGrp="1"/>
          </p:cNvSpPr>
          <p:nvPr>
            <p:ph sz="quarter" idx="16" hasCustomPrompt="1"/>
          </p:nvPr>
        </p:nvSpPr>
        <p:spPr>
          <a:xfrm>
            <a:off x="8113186" y="2781300"/>
            <a:ext cx="3744383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6C581746-1B2C-4D98-9755-6221A3ED9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7AAAECD1-71D2-46B6-BF2D-6007823BA888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EA8AF054-4363-4E54-A605-8A5E7CD05422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C839DAF8-6F4C-441B-B45B-348B7EA8B4B3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0CBA086A-526B-43F0-BEDE-EC3219CC7834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F76E7CBE-7230-4110-85FB-3718D4B81343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4997">
          <p15:clr>
            <a:srgbClr val="FBAE40"/>
          </p15:clr>
        </p15:guide>
        <p15:guide id="2" pos="5110">
          <p15:clr>
            <a:srgbClr val="FBAE40"/>
          </p15:clr>
        </p15:guide>
        <p15:guide id="3" pos="7469">
          <p15:clr>
            <a:srgbClr val="FBAE40"/>
          </p15:clr>
        </p15:guide>
        <p15:guide id="4" pos="2683">
          <p15:clr>
            <a:srgbClr val="FBAE40"/>
          </p15:clr>
        </p15:guide>
        <p15:guide id="5" pos="2570">
          <p15:clr>
            <a:srgbClr val="FBAE40"/>
          </p15:clr>
        </p15:guide>
        <p15:guide id="6" pos="211">
          <p15:clr>
            <a:srgbClr val="FBAE40"/>
          </p15:clr>
        </p15:guide>
        <p15:guide id="7" orient="horz" pos="799">
          <p15:clr>
            <a:srgbClr val="FBAE40"/>
          </p15:clr>
        </p15:guide>
        <p15:guide id="8" orient="horz" pos="4020">
          <p15:clr>
            <a:srgbClr val="FBAE40"/>
          </p15:clr>
        </p15:guide>
        <p15:guide id="9" orient="horz" pos="1661">
          <p15:clr>
            <a:srgbClr val="FBAE40"/>
          </p15:clr>
        </p15:guide>
        <p15:guide id="10" orient="horz" pos="175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Media" preserve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mpower_additionalText_placeholder" hidden="1">
            <a:extLst>
              <a:ext uri="{FF2B5EF4-FFF2-40B4-BE49-F238E27FC236}">
                <a16:creationId xmlns:a16="http://schemas.microsoft.com/office/drawing/2014/main" id="{5BFFD0DD-DDFD-422B-86D9-F164E68C0538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empower_document_placeholder" hidden="1">
            <a:extLst>
              <a:ext uri="{FF2B5EF4-FFF2-40B4-BE49-F238E27FC236}">
                <a16:creationId xmlns:a16="http://schemas.microsoft.com/office/drawing/2014/main" id="{DF070F93-7F88-456A-894C-885F8AC591A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6" name="empower_proprietary_placeholder" hidden="1">
            <a:extLst>
              <a:ext uri="{FF2B5EF4-FFF2-40B4-BE49-F238E27FC236}">
                <a16:creationId xmlns:a16="http://schemas.microsoft.com/office/drawing/2014/main" id="{9A5FF993-F527-4569-A066-E8D346767DE0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7" name="empower_draft_placeholder" hidden="1">
            <a:extLst>
              <a:ext uri="{FF2B5EF4-FFF2-40B4-BE49-F238E27FC236}">
                <a16:creationId xmlns:a16="http://schemas.microsoft.com/office/drawing/2014/main" id="{709C3987-21ED-4B60-B90F-837FB1F2A7A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mpower_footer_placeholder">
            <a:extLst>
              <a:ext uri="{FF2B5EF4-FFF2-40B4-BE49-F238E27FC236}">
                <a16:creationId xmlns:a16="http://schemas.microsoft.com/office/drawing/2014/main" id="{C33D0117-4C9D-47FC-BBAF-7D90814DB7C7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10" name="empower_classification_attention_placeholder" hidden="1">
            <a:extLst>
              <a:ext uri="{FF2B5EF4-FFF2-40B4-BE49-F238E27FC236}">
                <a16:creationId xmlns:a16="http://schemas.microsoft.com/office/drawing/2014/main" id="{40F47B66-9156-4480-85AF-99EB0563F553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4" name="empower_classification_placeholder">
            <a:extLst>
              <a:ext uri="{FF2B5EF4-FFF2-40B4-BE49-F238E27FC236}">
                <a16:creationId xmlns:a16="http://schemas.microsoft.com/office/drawing/2014/main" id="{B1D76006-023D-437E-80D1-B8FC83CA1329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71DC81B7-1CCA-48F9-8AB9-34BBC16340CF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</a:p>
        </p:txBody>
      </p:sp>
      <p:sp>
        <p:nvSpPr>
          <p:cNvPr id="8" name="Content Left">
            <a:extLst>
              <a:ext uri="{FF2B5EF4-FFF2-40B4-BE49-F238E27FC236}">
                <a16:creationId xmlns:a16="http://schemas.microsoft.com/office/drawing/2014/main" id="{371B7856-37AA-4EBD-9A28-1045DC90A92A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34799" y="1268414"/>
            <a:ext cx="2808000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Content Center Left">
            <a:extLst>
              <a:ext uri="{FF2B5EF4-FFF2-40B4-BE49-F238E27FC236}">
                <a16:creationId xmlns:a16="http://schemas.microsoft.com/office/drawing/2014/main" id="{AB4408A9-DF90-4D32-8AE8-9278539718C0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324225" y="1268414"/>
            <a:ext cx="2663825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Content Center Right">
            <a:extLst>
              <a:ext uri="{FF2B5EF4-FFF2-40B4-BE49-F238E27FC236}">
                <a16:creationId xmlns:a16="http://schemas.microsoft.com/office/drawing/2014/main" id="{FFF96914-9970-46DB-82A4-AB1B8011037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203950" y="1268414"/>
            <a:ext cx="2663825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Content Right">
            <a:extLst>
              <a:ext uri="{FF2B5EF4-FFF2-40B4-BE49-F238E27FC236}">
                <a16:creationId xmlns:a16="http://schemas.microsoft.com/office/drawing/2014/main" id="{6803C6B1-D864-4BE6-AE1F-CA280F4DABD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9048750" y="1268414"/>
            <a:ext cx="2807593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DD773CC-FCEC-46C8-A75B-E70A26A7BF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title</a:t>
            </a:r>
          </a:p>
        </p:txBody>
      </p:sp>
      <p:sp>
        <p:nvSpPr>
          <p:cNvPr id="4" name="LOGO PROTECTION" hidden="1">
            <a:extLst>
              <a:ext uri="{FF2B5EF4-FFF2-40B4-BE49-F238E27FC236}">
                <a16:creationId xmlns:a16="http://schemas.microsoft.com/office/drawing/2014/main" id="{FC67C23C-8514-4FAA-ABF5-040B63DA67C4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735BE885-8732-4220-942B-E6D8F286274D}"/>
              </a:ext>
            </a:extLst>
          </p:cNvPr>
          <p:cNvSpPr>
            <a:spLocks noGrp="1"/>
          </p:cNvSpPr>
          <p:nvPr>
            <p:ph type="dt" sz="half" idx="24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3" name="Footer Placeholder 12" hidden="1">
            <a:extLst>
              <a:ext uri="{FF2B5EF4-FFF2-40B4-BE49-F238E27FC236}">
                <a16:creationId xmlns:a16="http://schemas.microsoft.com/office/drawing/2014/main" id="{30570D12-AEFF-4406-B206-CB0D80D8FF49}"/>
              </a:ext>
            </a:extLst>
          </p:cNvPr>
          <p:cNvSpPr>
            <a:spLocks noGrp="1"/>
          </p:cNvSpPr>
          <p:nvPr>
            <p:ph type="ftr" sz="quarter" idx="25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Slide Number Placeholder 15" hidden="1">
            <a:extLst>
              <a:ext uri="{FF2B5EF4-FFF2-40B4-BE49-F238E27FC236}">
                <a16:creationId xmlns:a16="http://schemas.microsoft.com/office/drawing/2014/main" id="{C49E2653-C8D1-4594-B3A4-0606A88CBB62}"/>
              </a:ext>
            </a:extLst>
          </p:cNvPr>
          <p:cNvSpPr>
            <a:spLocks noGrp="1"/>
          </p:cNvSpPr>
          <p:nvPr>
            <p:ph type="sldNum" sz="quarter" idx="26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18" name="MIO_Placeholder_Mapping" hidden="1">
            <a:extLst>
              <a:ext uri="{FF2B5EF4-FFF2-40B4-BE49-F238E27FC236}">
                <a16:creationId xmlns:a16="http://schemas.microsoft.com/office/drawing/2014/main" id="{12ADA7AE-DD1C-409A-B0A5-6D14FF7BF270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orient="horz" pos="4020">
          <p15:clr>
            <a:srgbClr val="FBAE40"/>
          </p15:clr>
        </p15:guide>
        <p15:guide id="3" pos="7469">
          <p15:clr>
            <a:srgbClr val="FBAE40"/>
          </p15:clr>
        </p15:guide>
        <p15:guide id="4" pos="211">
          <p15:clr>
            <a:srgbClr val="FBAE40"/>
          </p15:clr>
        </p15:guide>
        <p15:guide id="5" pos="3908">
          <p15:clr>
            <a:srgbClr val="FBAE40"/>
          </p15:clr>
        </p15:guide>
        <p15:guide id="6" pos="3772">
          <p15:clr>
            <a:srgbClr val="FBAE40"/>
          </p15:clr>
        </p15:guide>
        <p15:guide id="7" pos="5586">
          <p15:clr>
            <a:srgbClr val="FBAE40"/>
          </p15:clr>
        </p15:guide>
        <p15:guide id="8" pos="5700">
          <p15:clr>
            <a:srgbClr val="FBAE40"/>
          </p15:clr>
        </p15:guide>
        <p15:guide id="9" pos="1980">
          <p15:clr>
            <a:srgbClr val="FBAE40"/>
          </p15:clr>
        </p15:guide>
        <p15:guide id="10" pos="209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Row |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mpower_additionalText_placeholder" hidden="1">
            <a:extLst>
              <a:ext uri="{FF2B5EF4-FFF2-40B4-BE49-F238E27FC236}">
                <a16:creationId xmlns:a16="http://schemas.microsoft.com/office/drawing/2014/main" id="{598DE9EE-A198-41B5-9814-41C66F96D3B0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empower_document_placeholder" hidden="1">
            <a:extLst>
              <a:ext uri="{FF2B5EF4-FFF2-40B4-BE49-F238E27FC236}">
                <a16:creationId xmlns:a16="http://schemas.microsoft.com/office/drawing/2014/main" id="{0AFB1D71-5FD7-446C-90B5-1DE68C513BD6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6" name="empower_proprietary_placeholder" hidden="1">
            <a:extLst>
              <a:ext uri="{FF2B5EF4-FFF2-40B4-BE49-F238E27FC236}">
                <a16:creationId xmlns:a16="http://schemas.microsoft.com/office/drawing/2014/main" id="{57168C6C-B95E-4260-9301-8D1D5988F67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7" name="empower_draft_placeholder" hidden="1">
            <a:extLst>
              <a:ext uri="{FF2B5EF4-FFF2-40B4-BE49-F238E27FC236}">
                <a16:creationId xmlns:a16="http://schemas.microsoft.com/office/drawing/2014/main" id="{729E2230-F28C-4139-A2F7-536C0BDB8E99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mpower_footer_placeholder">
            <a:extLst>
              <a:ext uri="{FF2B5EF4-FFF2-40B4-BE49-F238E27FC236}">
                <a16:creationId xmlns:a16="http://schemas.microsoft.com/office/drawing/2014/main" id="{2A98BB16-D9CD-4785-A71C-21C57A55488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10" name="empower_classification_attention_placeholder" hidden="1">
            <a:extLst>
              <a:ext uri="{FF2B5EF4-FFF2-40B4-BE49-F238E27FC236}">
                <a16:creationId xmlns:a16="http://schemas.microsoft.com/office/drawing/2014/main" id="{333A1F8F-A990-434A-92C1-D59A014E7AFF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1" name="empower_classification_placeholder">
            <a:extLst>
              <a:ext uri="{FF2B5EF4-FFF2-40B4-BE49-F238E27FC236}">
                <a16:creationId xmlns:a16="http://schemas.microsoft.com/office/drawing/2014/main" id="{DBAA7875-DC7B-4CB1-AFAA-A99AEDD01BF7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5" name="empower_date_placeholder">
            <a:extLst>
              <a:ext uri="{FF2B5EF4-FFF2-40B4-BE49-F238E27FC236}">
                <a16:creationId xmlns:a16="http://schemas.microsoft.com/office/drawing/2014/main" id="{5743D8EF-9336-4669-BBD9-501D062A3DB4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Content Top">
            <a:extLst>
              <a:ext uri="{FF2B5EF4-FFF2-40B4-BE49-F238E27FC236}">
                <a16:creationId xmlns:a16="http://schemas.microsoft.com/office/drawing/2014/main" id="{B528FDA5-64C4-4079-B7B7-97722BA30039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34800" y="1268414"/>
            <a:ext cx="11521280" cy="1368425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2" name="Content Left">
            <a:extLst>
              <a:ext uri="{FF2B5EF4-FFF2-40B4-BE49-F238E27FC236}">
                <a16:creationId xmlns:a16="http://schemas.microsoft.com/office/drawing/2014/main" id="{11455573-DB68-4634-9EB0-10FDA72EB09C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34800" y="2781300"/>
            <a:ext cx="2808000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" name="Content Center Left">
            <a:extLst>
              <a:ext uri="{FF2B5EF4-FFF2-40B4-BE49-F238E27FC236}">
                <a16:creationId xmlns:a16="http://schemas.microsoft.com/office/drawing/2014/main" id="{DF6A34C2-8D0D-4C18-BD01-86B1344A92D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3324225" y="2781300"/>
            <a:ext cx="2663825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8" name="Content Center Right">
            <a:extLst>
              <a:ext uri="{FF2B5EF4-FFF2-40B4-BE49-F238E27FC236}">
                <a16:creationId xmlns:a16="http://schemas.microsoft.com/office/drawing/2014/main" id="{A331F240-D4BB-4096-BFB7-002D583A4FC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203950" y="2781300"/>
            <a:ext cx="2663825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" name="Content Right">
            <a:extLst>
              <a:ext uri="{FF2B5EF4-FFF2-40B4-BE49-F238E27FC236}">
                <a16:creationId xmlns:a16="http://schemas.microsoft.com/office/drawing/2014/main" id="{2BEB3BE2-22F6-4B6B-AB28-F38AB449DED5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9048750" y="2781300"/>
            <a:ext cx="2807593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B9A27F18-A46A-4C29-AB62-7BEB5215CA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4" name="LOGO PROTECTION" hidden="1">
            <a:extLst>
              <a:ext uri="{FF2B5EF4-FFF2-40B4-BE49-F238E27FC236}">
                <a16:creationId xmlns:a16="http://schemas.microsoft.com/office/drawing/2014/main" id="{DDE018F7-7CB9-4F69-872D-4609CBE453C0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580E7AAC-C545-4F05-8939-1B218CC948D8}"/>
              </a:ext>
            </a:extLst>
          </p:cNvPr>
          <p:cNvSpPr>
            <a:spLocks noGrp="1"/>
          </p:cNvSpPr>
          <p:nvPr>
            <p:ph type="dt" sz="half" idx="26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86E86CFC-21FB-497B-BD25-729619D70F13}"/>
              </a:ext>
            </a:extLst>
          </p:cNvPr>
          <p:cNvSpPr>
            <a:spLocks noGrp="1"/>
          </p:cNvSpPr>
          <p:nvPr>
            <p:ph type="ftr" sz="quarter" idx="2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 hidden="1">
            <a:extLst>
              <a:ext uri="{FF2B5EF4-FFF2-40B4-BE49-F238E27FC236}">
                <a16:creationId xmlns:a16="http://schemas.microsoft.com/office/drawing/2014/main" id="{C7A23CE7-AF5A-4245-A417-6A94DA58E485}"/>
              </a:ext>
            </a:extLst>
          </p:cNvPr>
          <p:cNvSpPr>
            <a:spLocks noGrp="1"/>
          </p:cNvSpPr>
          <p:nvPr>
            <p:ph type="sldNum" sz="quarter" idx="2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19" name="MIO_Placeholder_Mapping" hidden="1">
            <a:extLst>
              <a:ext uri="{FF2B5EF4-FFF2-40B4-BE49-F238E27FC236}">
                <a16:creationId xmlns:a16="http://schemas.microsoft.com/office/drawing/2014/main" id="{E3241B79-27A8-4873-89EC-D6F0564709E7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orient="horz" pos="1661">
          <p15:clr>
            <a:srgbClr val="FBAE40"/>
          </p15:clr>
        </p15:guide>
        <p15:guide id="3" orient="horz" pos="1752">
          <p15:clr>
            <a:srgbClr val="FBAE40"/>
          </p15:clr>
        </p15:guide>
        <p15:guide id="4" orient="horz" pos="4020">
          <p15:clr>
            <a:srgbClr val="FBAE40"/>
          </p15:clr>
        </p15:guide>
        <p15:guide id="5" pos="1980">
          <p15:clr>
            <a:srgbClr val="FBAE40"/>
          </p15:clr>
        </p15:guide>
        <p15:guide id="6" pos="211">
          <p15:clr>
            <a:srgbClr val="FBAE40"/>
          </p15:clr>
        </p15:guide>
        <p15:guide id="7" pos="2094">
          <p15:clr>
            <a:srgbClr val="FBAE40"/>
          </p15:clr>
        </p15:guide>
        <p15:guide id="8" pos="3772">
          <p15:clr>
            <a:srgbClr val="FBAE40"/>
          </p15:clr>
        </p15:guide>
        <p15:guide id="9" pos="3908">
          <p15:clr>
            <a:srgbClr val="FBAE40"/>
          </p15:clr>
        </p15:guide>
        <p15:guide id="10" pos="5586">
          <p15:clr>
            <a:srgbClr val="FBAE40"/>
          </p15:clr>
        </p15:guide>
        <p15:guide id="11" pos="5700">
          <p15:clr>
            <a:srgbClr val="FBAE40"/>
          </p15:clr>
        </p15:guide>
        <p15:guide id="12" pos="7469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mpower_additionalText_placeholder" hidden="1">
            <a:extLst>
              <a:ext uri="{FF2B5EF4-FFF2-40B4-BE49-F238E27FC236}">
                <a16:creationId xmlns:a16="http://schemas.microsoft.com/office/drawing/2014/main" id="{8B492BE2-D2A2-481A-B24A-CDE1C12A85F8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baseline="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C269EC22-FB11-4D33-A5AD-970FF7AE0E7D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2" name="empower_proprietary_placeholder" hidden="1">
            <a:extLst>
              <a:ext uri="{FF2B5EF4-FFF2-40B4-BE49-F238E27FC236}">
                <a16:creationId xmlns:a16="http://schemas.microsoft.com/office/drawing/2014/main" id="{4B1BF6CA-DC2D-48CD-962D-066217BE39A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4" name="empower_draft_placeholder" hidden="1">
            <a:extLst>
              <a:ext uri="{FF2B5EF4-FFF2-40B4-BE49-F238E27FC236}">
                <a16:creationId xmlns:a16="http://schemas.microsoft.com/office/drawing/2014/main" id="{884DECEF-9719-4244-AEE1-2AEA4754457D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footer_placeholder">
            <a:extLst>
              <a:ext uri="{FF2B5EF4-FFF2-40B4-BE49-F238E27FC236}">
                <a16:creationId xmlns:a16="http://schemas.microsoft.com/office/drawing/2014/main" id="{4E03D739-7852-4964-A407-6FD3B0FC1EEE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18" name="empower_classification_attention_placeholder" hidden="1">
            <a:extLst>
              <a:ext uri="{FF2B5EF4-FFF2-40B4-BE49-F238E27FC236}">
                <a16:creationId xmlns:a16="http://schemas.microsoft.com/office/drawing/2014/main" id="{8BB80B65-0382-459F-AC7F-F3D707F65045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0" name="empower_classification_placeholder">
            <a:extLst>
              <a:ext uri="{FF2B5EF4-FFF2-40B4-BE49-F238E27FC236}">
                <a16:creationId xmlns:a16="http://schemas.microsoft.com/office/drawing/2014/main" id="{35CA1B3C-86AD-43CD-94E9-5A2E81B7D24E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date_placeholder">
            <a:extLst>
              <a:ext uri="{FF2B5EF4-FFF2-40B4-BE49-F238E27FC236}">
                <a16:creationId xmlns:a16="http://schemas.microsoft.com/office/drawing/2014/main" id="{8E11CE1F-6424-469C-8957-85A359561FBF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106A8C73-A6AF-4DF0-8894-BF2EC7AA230E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8" name="Footer Placeholder 7" hidden="1">
            <a:extLst>
              <a:ext uri="{FF2B5EF4-FFF2-40B4-BE49-F238E27FC236}">
                <a16:creationId xmlns:a16="http://schemas.microsoft.com/office/drawing/2014/main" id="{AB7F0ADB-6E9B-485D-93FC-12BF83F0A674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 hidden="1">
            <a:extLst>
              <a:ext uri="{FF2B5EF4-FFF2-40B4-BE49-F238E27FC236}">
                <a16:creationId xmlns:a16="http://schemas.microsoft.com/office/drawing/2014/main" id="{688F703F-EAD1-4063-8445-95277BEEE9A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1AE06898-E172-4A77-BE61-DAD235E107B9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7469" userDrawn="1">
          <p15:clr>
            <a:srgbClr val="FBAE40"/>
          </p15:clr>
        </p15:guide>
        <p15:guide id="2" pos="211" userDrawn="1">
          <p15:clr>
            <a:srgbClr val="FBAE40"/>
          </p15:clr>
        </p15:guide>
        <p15:guide id="3" orient="horz" pos="4020" userDrawn="1">
          <p15:clr>
            <a:srgbClr val="FBAE40"/>
          </p15:clr>
        </p15:guide>
        <p15:guide id="4" orient="horz" pos="799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ullpic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C9A3C9F-7C21-45B3-9124-006DC5D0E64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12281 h 6858000"/>
              <a:gd name="connsiteX3" fmla="*/ 12192000 w 12192000"/>
              <a:gd name="connsiteY3" fmla="*/ 6823094 h 6858000"/>
              <a:gd name="connsiteX4" fmla="*/ 12192000 w 12192000"/>
              <a:gd name="connsiteY4" fmla="*/ 6858000 h 6858000"/>
              <a:gd name="connsiteX5" fmla="*/ 0 w 12192000"/>
              <a:gd name="connsiteY5" fmla="*/ 6858000 h 6858000"/>
              <a:gd name="connsiteX6" fmla="*/ 0 w 12192000"/>
              <a:gd name="connsiteY6" fmla="*/ 6823094 h 6858000"/>
              <a:gd name="connsiteX7" fmla="*/ 0 w 12192000"/>
              <a:gd name="connsiteY7" fmla="*/ 681228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12281"/>
                </a:lnTo>
                <a:lnTo>
                  <a:pt x="12192000" y="6823094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823094"/>
                </a:lnTo>
                <a:lnTo>
                  <a:pt x="0" y="6812281"/>
                </a:lnTo>
                <a:close/>
              </a:path>
            </a:pathLst>
          </a:custGeom>
          <a:solidFill>
            <a:srgbClr val="DCD5D7"/>
          </a:solidFill>
        </p:spPr>
        <p:txBody>
          <a:bodyPr wrap="square" tIns="2880000">
            <a:noAutofit/>
          </a:bodyPr>
          <a:lstStyle>
            <a:lvl1pPr algn="ctr">
              <a:buNone/>
              <a:defRPr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" name="MIO_AGENDA_IGNORE_NAVIGATION" hidden="1">
            <a:extLst>
              <a:ext uri="{FF2B5EF4-FFF2-40B4-BE49-F238E27FC236}">
                <a16:creationId xmlns:a16="http://schemas.microsoft.com/office/drawing/2014/main" id="{298E6853-722D-4D8C-A4A5-A6FCEB4A06C0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4" name="MIO_AGENDA_IGNORE_CHAPTER_REFERENCE" hidden="1">
            <a:extLst>
              <a:ext uri="{FF2B5EF4-FFF2-40B4-BE49-F238E27FC236}">
                <a16:creationId xmlns:a16="http://schemas.microsoft.com/office/drawing/2014/main" id="{4C952A04-6CCB-455C-887C-1B9A3B0ACD0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E7D6FAC8-11F4-4964-9B25-EE9D1E189D30}"/>
              </a:ext>
            </a:extLst>
          </p:cNvPr>
          <p:cNvSpPr>
            <a:spLocks noGrp="1"/>
          </p:cNvSpPr>
          <p:nvPr>
            <p:ph type="dt" sz="half" idx="13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B6B82CD2-EA5C-4D03-98C1-175706CF32FC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hidden="1">
            <a:extLst>
              <a:ext uri="{FF2B5EF4-FFF2-40B4-BE49-F238E27FC236}">
                <a16:creationId xmlns:a16="http://schemas.microsoft.com/office/drawing/2014/main" id="{6C4E2716-EC8F-40FC-B4F8-3418FB160B39}"/>
              </a:ext>
            </a:extLst>
          </p:cNvPr>
          <p:cNvSpPr>
            <a:spLocks noGrp="1"/>
          </p:cNvSpPr>
          <p:nvPr>
            <p:ph type="sldNum" sz="quarter" idx="15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7" name="MIO_Placeholder_Mapping" hidden="1">
            <a:extLst>
              <a:ext uri="{FF2B5EF4-FFF2-40B4-BE49-F238E27FC236}">
                <a16:creationId xmlns:a16="http://schemas.microsoft.com/office/drawing/2014/main" id="{162DC542-CA6E-49F2-AE52-133D584ED71B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3257007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 White">
            <a:extLst>
              <a:ext uri="{FF2B5EF4-FFF2-40B4-BE49-F238E27FC236}">
                <a16:creationId xmlns:a16="http://schemas.microsoft.com/office/drawing/2014/main" id="{8739B1C3-A1A6-48E1-B2C4-F4CE3C824436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LOGO PROTECTION" hidden="1">
            <a:extLst>
              <a:ext uri="{FF2B5EF4-FFF2-40B4-BE49-F238E27FC236}">
                <a16:creationId xmlns:a16="http://schemas.microsoft.com/office/drawing/2014/main" id="{8182E335-5A52-4E3C-BCEC-9507D81BA511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2927650" y="1920766"/>
            <a:ext cx="6336702" cy="3088476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6" name="MIO_AGENDA_LAST_SLIDE" hidden="1">
            <a:extLst>
              <a:ext uri="{FF2B5EF4-FFF2-40B4-BE49-F238E27FC236}">
                <a16:creationId xmlns:a16="http://schemas.microsoft.com/office/drawing/2014/main" id="{45591D6F-6D52-44E5-B3AA-2575CCD45201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2" name="MIO_AGENDA_IGNORE_NAVIGATION" hidden="1">
            <a:extLst>
              <a:ext uri="{FF2B5EF4-FFF2-40B4-BE49-F238E27FC236}">
                <a16:creationId xmlns:a16="http://schemas.microsoft.com/office/drawing/2014/main" id="{C7038F66-C11F-4566-ADAF-A099AF957551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3" name="MIO_AGENDA_IGNORE_CHAPTER_REFERENCE" hidden="1">
            <a:extLst>
              <a:ext uri="{FF2B5EF4-FFF2-40B4-BE49-F238E27FC236}">
                <a16:creationId xmlns:a16="http://schemas.microsoft.com/office/drawing/2014/main" id="{E0318986-8EA2-446A-AFF2-E8441C3AF8A6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 hidden="1">
            <a:extLst>
              <a:ext uri="{FF2B5EF4-FFF2-40B4-BE49-F238E27FC236}">
                <a16:creationId xmlns:a16="http://schemas.microsoft.com/office/drawing/2014/main" id="{087EFA22-3F6E-4210-A8FC-0864CD1DE4E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BDF262C8-30D5-474A-BD81-CA14ACCE51B5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3F1C5DF9-A781-4661-8C3B-816A398ADFD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77B07280-C452-41A8-A8A7-B816EB9C3C9E}"/>
              </a:ext>
            </a:extLst>
          </p:cNvPr>
          <p:cNvSpPr/>
          <p:nvPr userDrawn="1">
            <p:custDataLst>
              <p:tags r:id="rId5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1D664F82-C381-42D9-B168-31F6D4282D2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6446" y="2755984"/>
            <a:ext cx="3077814" cy="1346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7015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" hidden="1">
            <a:extLst>
              <a:ext uri="{FF2B5EF4-FFF2-40B4-BE49-F238E27FC236}">
                <a16:creationId xmlns:a16="http://schemas.microsoft.com/office/drawing/2014/main" id="{372AE43B-8F10-43C8-8785-1E1CB85CFADE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20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rgbClr val="928285"/>
              </a:buClr>
              <a:defRPr sz="100" b="0">
                <a:noFill/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7" name="Footer Placeholder" hidden="1">
            <a:extLst>
              <a:ext uri="{FF2B5EF4-FFF2-40B4-BE49-F238E27FC236}">
                <a16:creationId xmlns:a16="http://schemas.microsoft.com/office/drawing/2014/main" id="{4D268FD3-4056-49DC-8C79-D4C201EED65B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21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chemeClr val="accent2"/>
              </a:buClr>
              <a:defRPr sz="100" b="0">
                <a:noFill/>
                <a:latin typeface="+mn-lt"/>
                <a:ea typeface="+mn-ea"/>
              </a:defRPr>
            </a:lvl1pPr>
          </a:lstStyle>
          <a:p>
            <a:endParaRPr lang="en-US"/>
          </a:p>
        </p:txBody>
      </p:sp>
      <p:sp>
        <p:nvSpPr>
          <p:cNvPr id="6" name="Date Placeholder" hidden="1">
            <a:extLst>
              <a:ext uri="{FF2B5EF4-FFF2-40B4-BE49-F238E27FC236}">
                <a16:creationId xmlns:a16="http://schemas.microsoft.com/office/drawing/2014/main" id="{59032602-9911-40B1-9BF6-AFD731868C06}"/>
              </a:ext>
            </a:extLst>
          </p:cNvPr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chemeClr val="accent2"/>
              </a:buClr>
              <a:defRPr sz="100" b="0">
                <a:noFill/>
                <a:latin typeface="+mn-lt"/>
                <a:ea typeface="+mn-ea"/>
              </a:defRPr>
            </a:lvl1pPr>
          </a:lstStyle>
          <a:p>
            <a:r>
              <a:rPr lang="en-US" b="1"/>
              <a:t> 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335360" y="188720"/>
            <a:ext cx="9613068" cy="720000"/>
          </a:xfrm>
          <a:prstGeom prst="rect">
            <a:avLst/>
          </a:prstGeom>
        </p:spPr>
        <p:txBody>
          <a:bodyPr vert="horz" lIns="0" tIns="0" rIns="0" bIns="10800" rtlCol="0" anchor="b" anchorCtr="0">
            <a:noAutofit/>
          </a:bodyPr>
          <a:lstStyle/>
          <a:p>
            <a:r>
              <a:rPr lang="en-US" noProof="0"/>
              <a:t>Click to edit title</a:t>
            </a:r>
          </a:p>
        </p:txBody>
      </p:sp>
      <p:sp>
        <p:nvSpPr>
          <p:cNvPr id="16" name="Content"/>
          <p:cNvSpPr>
            <a:spLocks noGrp="1"/>
          </p:cNvSpPr>
          <p:nvPr>
            <p:ph type="body" idx="1"/>
          </p:nvPr>
        </p:nvSpPr>
        <p:spPr>
          <a:xfrm>
            <a:off x="334434" y="1268414"/>
            <a:ext cx="11521017" cy="51133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Sixth level</a:t>
            </a:r>
          </a:p>
          <a:p>
            <a:pPr lvl="6"/>
            <a:r>
              <a:rPr lang="en-US" noProof="0"/>
              <a:t>Seventh level</a:t>
            </a:r>
          </a:p>
          <a:p>
            <a:pPr lvl="7"/>
            <a:r>
              <a:rPr lang="en-US" noProof="0"/>
              <a:t>Eighth level</a:t>
            </a:r>
          </a:p>
          <a:p>
            <a:pPr lvl="8"/>
            <a:r>
              <a:rPr lang="en-US" noProof="0"/>
              <a:t>Ninth level</a:t>
            </a:r>
          </a:p>
        </p:txBody>
      </p:sp>
      <p:sp>
        <p:nvSpPr>
          <p:cNvPr id="3" name="empower - DO NOT DELETE!!!" hidden="1"/>
          <p:cNvSpPr/>
          <p:nvPr userDrawn="1">
            <p:custDataLst>
              <p:tags r:id="rId23"/>
            </p:custDataLst>
          </p:nvPr>
        </p:nvSpPr>
        <p:spPr bwMode="auto">
          <a:xfrm>
            <a:off x="0" y="0"/>
            <a:ext cx="0" cy="0"/>
          </a:xfrm>
          <a:prstGeom prst="ellipse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lvl="0"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4" name="Fixed Page Placeholder">
            <a:extLst>
              <a:ext uri="{FF2B5EF4-FFF2-40B4-BE49-F238E27FC236}">
                <a16:creationId xmlns:a16="http://schemas.microsoft.com/office/drawing/2014/main" id="{E361B9A9-2219-4F44-982D-701D7F2A6185}"/>
              </a:ext>
            </a:extLst>
          </p:cNvPr>
          <p:cNvSpPr txBox="1"/>
          <p:nvPr userDrawn="1"/>
        </p:nvSpPr>
        <p:spPr bwMode="auto">
          <a:xfrm>
            <a:off x="11471403" y="6489341"/>
            <a:ext cx="384048" cy="361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L="0" marR="0" indent="0" algn="r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</a:pPr>
            <a:fld id="{AE05A9AF-4D70-4052-9354-7E4D957B036D}" type="slidenum">
              <a:rPr lang="en-US" sz="800" b="1" kern="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marL="0" marR="0" indent="0" algn="r" defTabSz="576000" eaLnBrk="0" fontAlgn="auto" latinLnBrk="0" hangingPunct="0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Tx/>
                <a:buFontTx/>
                <a:buNone/>
                <a:tabLst/>
              </a:pPr>
              <a:t>‹#›</a:t>
            </a:fld>
            <a:endParaRPr lang="en-US" sz="800" b="1" kern="0" baseline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F0C8D1F1-BA28-4973-A394-021D3C969BE1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042" y="193689"/>
            <a:ext cx="1207447" cy="52805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55" r:id="rId2"/>
    <p:sldLayoutId id="2147483751" r:id="rId3"/>
    <p:sldLayoutId id="2147483729" r:id="rId4"/>
    <p:sldLayoutId id="2147483730" r:id="rId5"/>
    <p:sldLayoutId id="2147483731" r:id="rId6"/>
    <p:sldLayoutId id="2147483747" r:id="rId7"/>
    <p:sldLayoutId id="2147483756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  <p:sldLayoutId id="2147483739" r:id="rId16"/>
    <p:sldLayoutId id="2147483754" r:id="rId17"/>
    <p:sldLayoutId id="2147483753" r:id="rId18"/>
  </p:sldLayoutIdLst>
  <p:hf sldNum="0" hdr="0"/>
  <p:txStyles>
    <p:titleStyle>
      <a:lvl1pPr algn="l" defTabSz="576000" rtl="0" eaLnBrk="1" fontAlgn="base" hangingPunct="1">
        <a:spcBef>
          <a:spcPct val="0"/>
        </a:spcBef>
        <a:spcAft>
          <a:spcPct val="0"/>
        </a:spcAft>
        <a:buClr>
          <a:schemeClr val="tx1"/>
        </a:buClr>
        <a:buFontTx/>
        <a:buNone/>
        <a:defRPr sz="2400" b="1" baseline="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9pPr>
    </p:titleStyle>
    <p:bodyStyle>
      <a:lvl1pPr marL="252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800" baseline="0">
          <a:solidFill>
            <a:schemeClr val="tx1"/>
          </a:solidFill>
          <a:latin typeface="+mn-lt"/>
          <a:ea typeface="+mn-ea"/>
          <a:cs typeface="+mn-cs"/>
        </a:defRPr>
      </a:lvl1pPr>
      <a:lvl2pPr marL="504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600">
          <a:solidFill>
            <a:schemeClr val="tx1"/>
          </a:solidFill>
          <a:latin typeface="+mn-lt"/>
          <a:cs typeface="+mn-cs"/>
        </a:defRPr>
      </a:lvl2pPr>
      <a:lvl3pPr marL="756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3pPr>
      <a:lvl4pPr marL="1008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4pPr>
      <a:lvl5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5pPr>
      <a:lvl6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6pPr>
      <a:lvl7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7pPr>
      <a:lvl8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8pPr>
      <a:lvl9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de-DE"/>
      </a:defPPr>
      <a:lvl1pPr marL="0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1F336-0D6F-6FA2-1006-D7E7DB237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03DC7-53DF-FD31-5C55-0AFE47E4E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Infineon PSOC6 Lecture project status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1685C83-F257-3377-8CB6-83E61FC51237}"/>
              </a:ext>
            </a:extLst>
          </p:cNvPr>
          <p:cNvSpPr/>
          <p:nvPr/>
        </p:nvSpPr>
        <p:spPr bwMode="auto">
          <a:xfrm>
            <a:off x="334962" y="980728"/>
            <a:ext cx="11522076" cy="828438"/>
          </a:xfrm>
          <a:prstGeom prst="roundRect">
            <a:avLst>
              <a:gd name="adj" fmla="val 9662"/>
            </a:avLst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sz="2000" b="1" dirty="0">
                <a:solidFill>
                  <a:schemeClr val="bg1"/>
                </a:solidFill>
                <a:latin typeface="+mn-lt"/>
              </a:rPr>
              <a:t>Team: </a:t>
            </a:r>
            <a:r>
              <a:rPr lang="en-US" sz="2000" b="1" i="1" dirty="0">
                <a:solidFill>
                  <a:schemeClr val="bg1"/>
                </a:solidFill>
                <a:latin typeface="+mn-lt"/>
              </a:rPr>
              <a:t>Motor Group</a:t>
            </a:r>
          </a:p>
          <a:p>
            <a:pPr defTabSz="576000" eaLnBrk="0" hangingPunct="0">
              <a:lnSpc>
                <a:spcPct val="120000"/>
              </a:lnSpc>
            </a:pPr>
            <a:r>
              <a:rPr lang="en-US" sz="1200" i="1" dirty="0">
                <a:solidFill>
                  <a:schemeClr val="bg1"/>
                </a:solidFill>
                <a:latin typeface="+mn-lt"/>
              </a:rPr>
              <a:t>Team Members: Artem Vinivitin, Mihai Marinescu, Simon Kozka</a:t>
            </a:r>
            <a:endParaRPr lang="en-US" sz="1600" i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9B85944-9077-6029-109A-BDF1818F5406}"/>
              </a:ext>
            </a:extLst>
          </p:cNvPr>
          <p:cNvSpPr/>
          <p:nvPr/>
        </p:nvSpPr>
        <p:spPr bwMode="auto">
          <a:xfrm>
            <a:off x="336449" y="2223329"/>
            <a:ext cx="3671832" cy="4142274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Achieved since the Introduction Lecture :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Agreed on a standard testbench design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Designed schematics for our setup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Collected some basic Microphone and IMU test data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Agreed on basic and advanced data labels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Ordered all the necessary components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Started work on signal preprocessing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Finished a basic </a:t>
            </a:r>
            <a:r>
              <a:rPr lang="en-US" dirty="0" err="1">
                <a:solidFill>
                  <a:schemeClr val="tx1"/>
                </a:solidFill>
              </a:rPr>
              <a:t>Micropython</a:t>
            </a:r>
            <a:r>
              <a:rPr lang="en-US" dirty="0">
                <a:solidFill>
                  <a:schemeClr val="tx1"/>
                </a:solidFill>
              </a:rPr>
              <a:t> script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9E8B6BC-7043-0B40-D795-FBC70E8DE10B}"/>
              </a:ext>
            </a:extLst>
          </p:cNvPr>
          <p:cNvSpPr/>
          <p:nvPr/>
        </p:nvSpPr>
        <p:spPr bwMode="auto">
          <a:xfrm>
            <a:off x="4259796" y="2241136"/>
            <a:ext cx="3671832" cy="4142274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Activities planned until next meeting: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Record a sufficient amount of data for our models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Design 3  AI models: IMU, Microphone, IMU + Microphone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594D580-9002-884A-0777-FDA16C0D1006}"/>
              </a:ext>
            </a:extLst>
          </p:cNvPr>
          <p:cNvSpPr/>
          <p:nvPr/>
        </p:nvSpPr>
        <p:spPr bwMode="auto">
          <a:xfrm>
            <a:off x="8184232" y="2241136"/>
            <a:ext cx="3671832" cy="4140614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Issues / Support needed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IMU insensitivity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Weird storage </a:t>
            </a:r>
            <a:r>
              <a:rPr lang="en-US" dirty="0" err="1">
                <a:solidFill>
                  <a:schemeClr val="tx1"/>
                </a:solidFill>
              </a:rPr>
              <a:t>behaviour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Minor </a:t>
            </a:r>
            <a:r>
              <a:rPr lang="en-US" dirty="0" err="1">
                <a:solidFill>
                  <a:schemeClr val="tx1"/>
                </a:solidFill>
              </a:rPr>
              <a:t>Deepcraft</a:t>
            </a:r>
            <a:r>
              <a:rPr lang="en-US" dirty="0">
                <a:solidFill>
                  <a:schemeClr val="tx1"/>
                </a:solidFill>
              </a:rPr>
              <a:t> performance issues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Question: Training a model on two data streams from different sensors</a:t>
            </a:r>
          </a:p>
        </p:txBody>
      </p:sp>
      <p:pic>
        <p:nvPicPr>
          <p:cNvPr id="3" name="Grafik 15">
            <a:extLst>
              <a:ext uri="{FF2B5EF4-FFF2-40B4-BE49-F238E27FC236}">
                <a16:creationId xmlns:a16="http://schemas.microsoft.com/office/drawing/2014/main" id="{229B8C7E-93CB-4945-83F5-F5BA8AD8282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60096" y="260495"/>
            <a:ext cx="1997472" cy="4322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B00BEB-4464-C39B-CD65-561455D462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336" y="260495"/>
            <a:ext cx="1368152" cy="4268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A478E1-5E62-D9A2-274C-BE38EB614665}"/>
              </a:ext>
            </a:extLst>
          </p:cNvPr>
          <p:cNvSpPr txBox="1"/>
          <p:nvPr/>
        </p:nvSpPr>
        <p:spPr bwMode="auto">
          <a:xfrm>
            <a:off x="336449" y="1858213"/>
            <a:ext cx="4679431" cy="301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US" sz="1800" b="1" kern="0" dirty="0">
                <a:solidFill>
                  <a:srgbClr val="0A8276"/>
                </a:solidFill>
                <a:latin typeface="+mn-lt"/>
              </a:rPr>
              <a:t>1. Progress report</a:t>
            </a:r>
            <a:endParaRPr lang="en-US" sz="1800" b="1" kern="0" baseline="0" dirty="0">
              <a:solidFill>
                <a:srgbClr val="0A8276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0363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23CA5-6DA2-651C-BD83-BDEA5488F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B2F36-48B0-0265-7F67-4B88CA0DF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Infineon PSOC6 Lecture project status</a:t>
            </a:r>
            <a:br>
              <a:rPr lang="en-US" dirty="0"/>
            </a:br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D9AF7E8-F97B-94F3-3D60-545030548D5A}"/>
              </a:ext>
            </a:extLst>
          </p:cNvPr>
          <p:cNvSpPr/>
          <p:nvPr/>
        </p:nvSpPr>
        <p:spPr bwMode="auto">
          <a:xfrm>
            <a:off x="336449" y="1340690"/>
            <a:ext cx="3671832" cy="5024913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Achieved since last meeting: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Collected a lot of data for both audio and IMU based models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Started developing and optimizing both microphone and IMU models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Tweaked the </a:t>
            </a:r>
            <a:r>
              <a:rPr lang="en-US" dirty="0" err="1">
                <a:solidFill>
                  <a:schemeClr val="tx1"/>
                </a:solidFill>
              </a:rPr>
              <a:t>Micropython</a:t>
            </a:r>
            <a:r>
              <a:rPr lang="en-US" dirty="0">
                <a:solidFill>
                  <a:schemeClr val="tx1"/>
                </a:solidFill>
              </a:rPr>
              <a:t> code to fit our current testbench setup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Created script for improved impact data collection (IMU for now)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A6F909A-F2F8-F878-AD4A-C9E94BCA7C03}"/>
              </a:ext>
            </a:extLst>
          </p:cNvPr>
          <p:cNvSpPr/>
          <p:nvPr/>
        </p:nvSpPr>
        <p:spPr bwMode="auto">
          <a:xfrm>
            <a:off x="4259796" y="1340690"/>
            <a:ext cx="3671832" cy="5042720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Activities planned until next meeting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Optimize further for model accuracy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Create a script for optimized impact training for the microphone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Convert and upload the models to the board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Combine the microphone and IMU data into a singular model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8F61695-F649-2A7E-8E53-939676CF1BA7}"/>
              </a:ext>
            </a:extLst>
          </p:cNvPr>
          <p:cNvSpPr/>
          <p:nvPr/>
        </p:nvSpPr>
        <p:spPr bwMode="auto">
          <a:xfrm>
            <a:off x="8184232" y="1340690"/>
            <a:ext cx="3671832" cy="5041060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Issues / Support needed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Why is label overlapping not allowed?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IMU and Mic data not in sync when recording both simultaneously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Model fails to train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Filtering training data before model training – necessary or not?</a:t>
            </a:r>
          </a:p>
          <a:p>
            <a:pPr defTabSz="576000" eaLnBrk="0" hangingPunct="0">
              <a:lnSpc>
                <a:spcPct val="12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defTabSz="576000" eaLnBrk="0" hangingPunct="0"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</a:rPr>
              <a:t>Proposed features for </a:t>
            </a:r>
            <a:r>
              <a:rPr lang="en-US" sz="1200" dirty="0" err="1">
                <a:solidFill>
                  <a:schemeClr val="tx1"/>
                </a:solidFill>
              </a:rPr>
              <a:t>Deepcraft</a:t>
            </a:r>
            <a:r>
              <a:rPr lang="en-US" sz="1200" dirty="0">
                <a:solidFill>
                  <a:schemeClr val="tx1"/>
                </a:solidFill>
              </a:rPr>
              <a:t> studio: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Add a confirmation window before recording over unsaved data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“magnetic” snapping of labels next to each other to prevent overlap 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Feature to fill label gaps with other labels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Add the predefined label tabs back to an already saved file 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Trimming of recorded data built in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Continue an already existing recording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Verbose errors saying at what time the labels are overlapping/outside data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Grafik 15">
            <a:extLst>
              <a:ext uri="{FF2B5EF4-FFF2-40B4-BE49-F238E27FC236}">
                <a16:creationId xmlns:a16="http://schemas.microsoft.com/office/drawing/2014/main" id="{387F073D-0D6E-EDCA-9311-FF20E66F53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60096" y="260495"/>
            <a:ext cx="1997472" cy="4322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31E644-B391-AA7A-A4BF-B052E5E72D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336" y="260495"/>
            <a:ext cx="1368152" cy="4268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85F658-1D39-7370-1310-42E77216608B}"/>
              </a:ext>
            </a:extLst>
          </p:cNvPr>
          <p:cNvSpPr txBox="1"/>
          <p:nvPr/>
        </p:nvSpPr>
        <p:spPr bwMode="auto">
          <a:xfrm>
            <a:off x="334963" y="973766"/>
            <a:ext cx="4775711" cy="301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US" sz="1800" b="1" kern="0" dirty="0">
                <a:solidFill>
                  <a:srgbClr val="0A8276"/>
                </a:solidFill>
                <a:latin typeface="+mn-lt"/>
              </a:rPr>
              <a:t>2. Progress report</a:t>
            </a:r>
            <a:endParaRPr lang="en-US" sz="1800" b="1" kern="0" baseline="0" dirty="0">
              <a:solidFill>
                <a:srgbClr val="0A827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8F01971-E397-9DE1-BAA5-FABAC9BDC233}"/>
              </a:ext>
            </a:extLst>
          </p:cNvPr>
          <p:cNvSpPr/>
          <p:nvPr/>
        </p:nvSpPr>
        <p:spPr bwMode="auto">
          <a:xfrm>
            <a:off x="328843" y="510723"/>
            <a:ext cx="6468485" cy="494037"/>
          </a:xfrm>
          <a:prstGeom prst="roundRect">
            <a:avLst>
              <a:gd name="adj" fmla="val 9662"/>
            </a:avLst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sz="1800" b="1" dirty="0">
                <a:solidFill>
                  <a:schemeClr val="bg1"/>
                </a:solidFill>
                <a:latin typeface="+mn-lt"/>
              </a:rPr>
              <a:t>Team: </a:t>
            </a:r>
            <a:r>
              <a:rPr lang="en-US" sz="1800" b="1" i="1" dirty="0">
                <a:solidFill>
                  <a:schemeClr val="bg1"/>
                </a:solidFill>
                <a:latin typeface="+mn-lt"/>
              </a:rPr>
              <a:t>Motor Group</a:t>
            </a:r>
          </a:p>
          <a:p>
            <a:pPr algn="r" defTabSz="576000" eaLnBrk="0" hangingPunct="0">
              <a:lnSpc>
                <a:spcPct val="120000"/>
              </a:lnSpc>
            </a:pPr>
            <a:r>
              <a:rPr lang="en-US" sz="1200" i="1" dirty="0">
                <a:solidFill>
                  <a:schemeClr val="bg1"/>
                </a:solidFill>
                <a:latin typeface="+mn-lt"/>
              </a:rPr>
              <a:t>Team Members: Artem Vinivitin, Mihai Marinescu, Simon Kozka</a:t>
            </a:r>
            <a:endParaRPr lang="en-US" sz="1600" i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77705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580DE-651B-773A-CEE6-5168AC529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EDE06-B78E-061E-C628-40B6A83B4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Infineon PSOC6 Lecture project status</a:t>
            </a:r>
            <a:br>
              <a:rPr lang="en-US" dirty="0"/>
            </a:br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6185B5B-3EEF-5A52-81E6-FB683090E542}"/>
              </a:ext>
            </a:extLst>
          </p:cNvPr>
          <p:cNvSpPr/>
          <p:nvPr/>
        </p:nvSpPr>
        <p:spPr bwMode="auto">
          <a:xfrm>
            <a:off x="336449" y="1340690"/>
            <a:ext cx="3671832" cy="5024913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Achieved since last meeting: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text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6577FB4-4321-1005-383F-7911A4F8B988}"/>
              </a:ext>
            </a:extLst>
          </p:cNvPr>
          <p:cNvSpPr/>
          <p:nvPr/>
        </p:nvSpPr>
        <p:spPr bwMode="auto">
          <a:xfrm>
            <a:off x="4259796" y="1340690"/>
            <a:ext cx="3671832" cy="5042720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Activities planned until next meeting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Text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Show what you have planned for the project presentation and your submission, you have more room on the next slide</a:t>
            </a:r>
          </a:p>
          <a:p>
            <a:pPr defTabSz="576000" eaLnBrk="0" hangingPunct="0">
              <a:lnSpc>
                <a:spcPct val="12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D5F3E40-A49E-57F0-F7EF-647017409004}"/>
              </a:ext>
            </a:extLst>
          </p:cNvPr>
          <p:cNvSpPr/>
          <p:nvPr/>
        </p:nvSpPr>
        <p:spPr bwMode="auto">
          <a:xfrm>
            <a:off x="8184232" y="1340690"/>
            <a:ext cx="3671832" cy="5041060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Issues / Support needed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text</a:t>
            </a:r>
          </a:p>
        </p:txBody>
      </p:sp>
      <p:pic>
        <p:nvPicPr>
          <p:cNvPr id="3" name="Grafik 15">
            <a:extLst>
              <a:ext uri="{FF2B5EF4-FFF2-40B4-BE49-F238E27FC236}">
                <a16:creationId xmlns:a16="http://schemas.microsoft.com/office/drawing/2014/main" id="{09BA7BD7-1F97-D634-2A37-36CBC92380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60096" y="260495"/>
            <a:ext cx="1997472" cy="4322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9A3A1A-D6DF-9BCA-DB3C-5985BC5EB5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336" y="260495"/>
            <a:ext cx="1368152" cy="4268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5281BF-3B1F-087D-BB44-B86DF257FC17}"/>
              </a:ext>
            </a:extLst>
          </p:cNvPr>
          <p:cNvSpPr txBox="1"/>
          <p:nvPr/>
        </p:nvSpPr>
        <p:spPr bwMode="auto">
          <a:xfrm>
            <a:off x="431243" y="973766"/>
            <a:ext cx="4679431" cy="301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defTabSz="576000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</a:pPr>
            <a:r>
              <a:rPr lang="en-US" sz="1800" b="1" kern="0" dirty="0">
                <a:solidFill>
                  <a:srgbClr val="0A8276"/>
                </a:solidFill>
              </a:rPr>
              <a:t>3. Progress report</a:t>
            </a:r>
          </a:p>
        </p:txBody>
      </p:sp>
    </p:spTree>
    <p:extLst>
      <p:ext uri="{BB962C8B-B14F-4D97-AF65-F5344CB8AC3E}">
        <p14:creationId xmlns:p14="http://schemas.microsoft.com/office/powerpoint/2010/main" val="3695367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8DE66A6-5783-448B-93CC-115A75838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Infineon PSOC6 Lecture presentation and final submission plans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CBADBD7-5C4F-4271-90BC-DE806B29B74C}"/>
              </a:ext>
            </a:extLst>
          </p:cNvPr>
          <p:cNvSpPr/>
          <p:nvPr/>
        </p:nvSpPr>
        <p:spPr bwMode="auto">
          <a:xfrm>
            <a:off x="335360" y="1268413"/>
            <a:ext cx="11521678" cy="5078725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Short project presentation:</a:t>
            </a:r>
          </a:p>
          <a:p>
            <a:pPr defTabSz="576000" eaLnBrk="0" hangingPunct="0">
              <a:lnSpc>
                <a:spcPct val="12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defTabSz="576000" eaLnBrk="0" hangingPunct="0">
              <a:lnSpc>
                <a:spcPct val="12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defTabSz="576000" eaLnBrk="0" hangingPunct="0">
              <a:lnSpc>
                <a:spcPct val="12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defTabSz="576000" eaLnBrk="0" hangingPunct="0">
              <a:lnSpc>
                <a:spcPct val="12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defTabSz="576000" eaLnBrk="0" hangingPunct="0">
              <a:lnSpc>
                <a:spcPct val="12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Any special equipment need for demo at the demo Day ?</a:t>
            </a:r>
          </a:p>
        </p:txBody>
      </p:sp>
    </p:spTree>
    <p:extLst>
      <p:ext uri="{BB962C8B-B14F-4D97-AF65-F5344CB8AC3E}">
        <p14:creationId xmlns:p14="http://schemas.microsoft.com/office/powerpoint/2010/main" val="12505954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CLMASTER" val="0"/>
  <p:tag name="SLIDESPERROW" val="4"/>
  <p:tag name="THUMBWIDTH" val="220"/>
  <p:tag name="INFINEON_CATEGORY" val="{&quot;CategoryList&quot;:[],&quot;CategoryDictionary&quot;:{}}"/>
  <p:tag name="EMPOWERCHARTSPROPERTIES_A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Ag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10GBAEGmsRCrWeMKWDzcgcEAAAAAAADAAAAAAADAAAAAwADAAIA////////BQAAAAMAEAAL1tOUau8zpU2NYkRIb9lDWQQAAAABAAMAAAACAAMAAAAEAAMAAAAAAAMAAAAEAAQAAgD///////8FAAAABAAQAAtU0aCsIfNqT7UjuaR5MIJhBAAAAAIAAwAAAAMAAwAAAAEAAw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AMOAAAAAAAAAAAAAP////+DAIMAAAAFX2lkABAAAAAEXQYEAQaaxEKtZ4wpYPNyBwNEYXRhABsAAAAETGlua2VkU2hhcGVEYXRhAAUAAAAAAAJOYW1lABkAAABMaW5rZWRTaGFwZXNEYXRhUHJvcGVydHkAEFZlcnNpb24AAAAAAAlMYXN0V3JpdGUAQe86A4IBAAAAAQD/////gwCDAAAABV9pZAAQAAAABNbTlGrvM6VNjWJESG/ZQ1kDRGF0YQAbAAAABExpbmtlZFNoYXBlRGF0YQAFAAAAAAACTmFtZQAZAAAATGlua2VkU2hhcGVzRGF0YVByb3BlcnR5ABBWZXJzaW9uAAEAAAAJTGFzdFdyaXRlAPjPZFaOAQAAAAIA/////8YAxgAAAAVfaWQAEAAAAARU0aCsIfNqT7UjuaR5MIJhA0RhdGEAUwAAAAhQcmVzZW50YXRpb25TY2FubmVkRm9yTGlua2VkU2hhcGVzAAECTnVtYmVyRm9ybWF0U2VwYXJhdG9yTW9kZQAKAAAAQXV0b21hdGljAAACTmFtZQAkAAAATGlua2VkU2hhcGVQcmVzZW50YXRpb25TZXR0aW5nc0RhdGEAEFZlcnNpb24AAAAAAAlMYXN0V3JpdGUAWe86A4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VCwAAAAAAAAAAAAAgAf///////////////wAAAP///////////////wUAAAAEAP///////wUAAAAE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GgAGTGlua2VkU2hhcGVzRGF0YVByb3BlcnR5XzAEAAAAAAAFAAAABAAFAAAAAwADAAIBAwAAAAMA////////GgAGTGlua2VkU2hhcGVzRGF0YVByb3BlcnR5XzEEAAAAAQAFAAAAAgAFAAAAAQAFAAAABAD///////8EAAIBAwAAAAQA////////JQAGTGlua2VkU2hhcGVQcmVzZW50YXRpb25TZXR0aW5nc0RhdGFfMAQAAAACAAUAAAAAAAUAAAACAAUAAAAAAAUAAAAD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464432312502879"/>
  <p:tag name="EMPOWERCHARTSPROPERTIES_A_LENGTH" val="24576"/>
  <p:tag name="MIO_PRESENTATION_LANGUAGE" val="103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AVOID_BLANK_LAYOUT" val="False"/>
  <p:tag name="MIO_CD_LAYOUT_VALID_AREA" val="False"/>
  <p:tag name="MIO_CDID" val="e2fc2f9e-d5cf-4311-b3a1-0559b8fd1ab8"/>
  <p:tag name="MIO_CONTENTTAG" val="HUQ1gT/F8ESnR8/z2T2utA=="/>
  <p:tag name="MIO_DBID" val="FDE84254-54DB-49E3-9A0E-CDE72035D530"/>
  <p:tag name="MIO_EKGUID" val="f8120ca7-cceb-428f-a7d0-f20ce9397e1b"/>
  <p:tag name="MIO_EMBED_FONT" val="False"/>
  <p:tag name="MIO_FALLBACK_LAYOUT" val="4"/>
  <p:tag name="MIO_HDS" val="True"/>
  <p:tag name="MIO_LASTDOWNLOADED" val="20.03.2024 09:27:02.961"/>
  <p:tag name="MIO_MATCH_COLOR_SCHEME" val="True"/>
  <p:tag name="MIO_NUMBER_OF_VALID_LAYOUTS" val="18"/>
  <p:tag name="MIO_OBJECTNAME" val="Infineon LCD 16:9"/>
  <p:tag name="MIO_SHOW_DATE" val="False"/>
  <p:tag name="MIO_SHOW_FOOTER" val="False"/>
  <p:tag name="MIO_SHOW_PAGENUMBER" val="False"/>
  <p:tag name="MIO_SKIPVERSION" val="01.01.0001 00:00:00"/>
  <p:tag name="MIO_UPDATE" val="True"/>
  <p:tag name="MIO_VERSION" val="19.03.2024 12:54:2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Final_ClaimMIOPlaceholderMapping.19MIOPlaceholderMapping-Infineon 16:9MIOPlaceholderMapping.FinalMIOPlaceholderMapping.18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heme/theme1.xml><?xml version="1.0" encoding="utf-8"?>
<a:theme xmlns:a="http://schemas.openxmlformats.org/drawingml/2006/main" name="Infineon 16:9">
  <a:themeElements>
    <a:clrScheme name="Infineon 2023 - 2">
      <a:dk1>
        <a:srgbClr val="1D1D1D"/>
      </a:dk1>
      <a:lt1>
        <a:srgbClr val="FFFFFF"/>
      </a:lt1>
      <a:dk2>
        <a:srgbClr val="0A8276"/>
      </a:dk2>
      <a:lt2>
        <a:srgbClr val="8D8786"/>
      </a:lt2>
      <a:accent1>
        <a:srgbClr val="0A8276"/>
      </a:accent1>
      <a:accent2>
        <a:srgbClr val="575352"/>
      </a:accent2>
      <a:accent3>
        <a:srgbClr val="F97414"/>
      </a:accent3>
      <a:accent4>
        <a:srgbClr val="9BBA43"/>
      </a:accent4>
      <a:accent5>
        <a:srgbClr val="FCD442"/>
      </a:accent5>
      <a:accent6>
        <a:srgbClr val="9C216E"/>
      </a:accent6>
      <a:hlink>
        <a:srgbClr val="0A8276"/>
      </a:hlink>
      <a:folHlink>
        <a:srgbClr val="0A8276"/>
      </a:folHlink>
    </a:clrScheme>
    <a:fontScheme name="Infineon">
      <a:majorFont>
        <a:latin typeface="Arial"/>
        <a:ea typeface="Arial Unicode MS"/>
        <a:cs typeface="Arial"/>
      </a:majorFont>
      <a:minorFont>
        <a:latin typeface="Arial"/>
        <a:ea typeface="Arial Unicode MS"/>
        <a:cs typeface="Arial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tx2"/>
        </a:solidFill>
        <a:ln w="9525">
          <a:noFill/>
          <a:miter lim="800000"/>
          <a:headEnd/>
          <a:tailEnd/>
        </a:ln>
      </a:spPr>
      <a:bodyPr wrap="square" lIns="72000" tIns="72000" rIns="72000" bIns="72000" rtlCol="0" anchor="ctr"/>
      <a:lstStyle>
        <a:defPPr algn="ctr" defTabSz="576000" eaLnBrk="0" hangingPunct="0">
          <a:lnSpc>
            <a:spcPct val="120000"/>
          </a:lnSpc>
          <a:defRPr sz="1600" baseline="0" dirty="0">
            <a:solidFill>
              <a:schemeClr val="bg1"/>
            </a:solidFill>
            <a:latin typeface="+mn-lt"/>
            <a:ea typeface="+mn-ea"/>
            <a:cs typeface="+mn-cs"/>
          </a:defRPr>
        </a:defPPr>
      </a:lstStyle>
    </a:spDef>
    <a:lnDef>
      <a:spPr>
        <a:ln w="9525">
          <a:solidFill>
            <a:schemeClr val="bg2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  <a:effectLst/>
      </a:spPr>
      <a:bodyPr wrap="square" lIns="0" tIns="0" rIns="0" bIns="0" rtlCol="0" anchor="t" anchorCtr="0">
        <a:spAutoFit/>
      </a:bodyPr>
      <a:lstStyle>
        <a:defPPr marL="252000" marR="0" indent="-252000" algn="l" defTabSz="576000" eaLnBrk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>
            <a:schemeClr val="tx2"/>
          </a:buClr>
          <a:buSzTx/>
          <a:buFont typeface="Arial" panose="020B0604020202020204" pitchFamily="34" charset="0"/>
          <a:buChar char="‒"/>
          <a:tabLst/>
          <a:defRPr sz="1800" kern="0" baseline="0" dirty="0"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Ocean 100">
      <a:srgbClr val="0A8276"/>
    </a:custClr>
    <a:custClr name="Ocean 80">
      <a:srgbClr val="3B9B91"/>
    </a:custClr>
    <a:custClr name="Ocean 60">
      <a:srgbClr val="6CB4AD"/>
    </a:custClr>
    <a:custClr name="Ocean 40">
      <a:srgbClr val="B8DEDA"/>
    </a:custClr>
    <a:custClr name="White">
      <a:srgbClr val="FFFFFF"/>
    </a:custClr>
    <a:custClr name="White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Lawn Main">
      <a:srgbClr val="9BBA43"/>
    </a:custClr>
    <a:custClr name="Berry Main">
      <a:srgbClr val="9C216E"/>
    </a:custClr>
    <a:custClr name="Engineering Main">
      <a:srgbClr val="575352"/>
    </a:custClr>
    <a:custClr name="Sun Main">
      <a:srgbClr val="F97414"/>
    </a:custClr>
    <a:custClr name="Sand Main">
      <a:srgbClr val="FCD442"/>
    </a:custClr>
    <a:custClr name="White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Lawn Light">
      <a:srgbClr val="B9D257"/>
    </a:custClr>
    <a:custClr name="Berry Light">
      <a:srgbClr val="BE3283"/>
    </a:custClr>
    <a:custClr name="Engineering Light">
      <a:srgbClr val="8D8786"/>
    </a:custClr>
    <a:custClr name="Sun Light">
      <a:srgbClr val="FF9737"/>
    </a:custClr>
    <a:custClr name="Sand Light">
      <a:srgbClr val="FBE273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Grey 300 ">
      <a:srgbClr val="DCD5D7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</a:custClrLst>
  <a:extLst>
    <a:ext uri="{05A4C25C-085E-4340-85A3-A5531E510DB2}">
      <thm15:themeFamily xmlns:thm15="http://schemas.microsoft.com/office/thememl/2012/main" name="Default Theme" id="{9073308C-F199-48EC-BC12-9A41A62831D5}" vid="{7D21EA35-C075-470B-9826-1EEC27A93A3F}"/>
    </a:ext>
  </a:extLst>
</a:theme>
</file>

<file path=ppt/theme/theme2.xml><?xml version="1.0" encoding="utf-8"?>
<a:theme xmlns:a="http://schemas.openxmlformats.org/drawingml/2006/main" name="Larissa-Design">
  <a:themeElements>
    <a:clrScheme name="Infineon">
      <a:dk1>
        <a:srgbClr val="000000"/>
      </a:dk1>
      <a:lt1>
        <a:srgbClr val="FFFFFF"/>
      </a:lt1>
      <a:dk2>
        <a:srgbClr val="FFE054"/>
      </a:dk2>
      <a:lt2>
        <a:srgbClr val="E9E6E6"/>
      </a:lt2>
      <a:accent1>
        <a:srgbClr val="E30034"/>
      </a:accent1>
      <a:accent2>
        <a:srgbClr val="928285"/>
      </a:accent2>
      <a:accent3>
        <a:srgbClr val="84B6A7"/>
      </a:accent3>
      <a:accent4>
        <a:srgbClr val="AEC067"/>
      </a:accent4>
      <a:accent5>
        <a:srgbClr val="EE813C"/>
      </a:accent5>
      <a:accent6>
        <a:srgbClr val="AB377A"/>
      </a:accent6>
      <a:hlink>
        <a:srgbClr val="1122CC"/>
      </a:hlink>
      <a:folHlink>
        <a:srgbClr val="1122CC"/>
      </a:folHlink>
    </a:clrScheme>
    <a:fontScheme name="Infineon Fonts">
      <a:majorFont>
        <a:latin typeface="Verdana"/>
        <a:ea typeface=""/>
        <a:cs typeface="Verdana"/>
      </a:majorFont>
      <a:minorFont>
        <a:latin typeface="Verdana"/>
        <a:ea typeface=""/>
        <a:cs typeface="Verdan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Infineon_ColorTheme_2012">
      <a:dk1>
        <a:srgbClr val="00214A"/>
      </a:dk1>
      <a:lt1>
        <a:srgbClr val="FFFFFF"/>
      </a:lt1>
      <a:dk2>
        <a:srgbClr val="00214A"/>
      </a:dk2>
      <a:lt2>
        <a:srgbClr val="C8D8E6"/>
      </a:lt2>
      <a:accent1>
        <a:srgbClr val="B70D28"/>
      </a:accent1>
      <a:accent2>
        <a:srgbClr val="E3EBF2"/>
      </a:accent2>
      <a:accent3>
        <a:srgbClr val="005DA9"/>
      </a:accent3>
      <a:accent4>
        <a:srgbClr val="969696"/>
      </a:accent4>
      <a:accent5>
        <a:srgbClr val="FDC400"/>
      </a:accent5>
      <a:accent6>
        <a:srgbClr val="009651"/>
      </a:accent6>
      <a:hlink>
        <a:srgbClr val="1122CC"/>
      </a:hlink>
      <a:folHlink>
        <a:srgbClr val="1122CC"/>
      </a:folHlink>
    </a:clrScheme>
    <a:fontScheme name="Infineon Fonts">
      <a:majorFont>
        <a:latin typeface="Verdana"/>
        <a:ea typeface=""/>
        <a:cs typeface="Verdana"/>
      </a:majorFont>
      <a:minorFont>
        <a:latin typeface="Verdana"/>
        <a:ea typeface=""/>
        <a:cs typeface="Verdan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7908744A1DC0E459D19409169BD101C" ma:contentTypeVersion="10" ma:contentTypeDescription="Create a new document." ma:contentTypeScope="" ma:versionID="d0a38bccec903cc7fc917c43126213b1">
  <xsd:schema xmlns:xsd="http://www.w3.org/2001/XMLSchema" xmlns:xs="http://www.w3.org/2001/XMLSchema" xmlns:p="http://schemas.microsoft.com/office/2006/metadata/properties" xmlns:ns1="http://schemas.microsoft.com/sharepoint/v3" xmlns:ns2="3df75a81-b7cb-4783-ab8b-190cb7919186" targetNamespace="http://schemas.microsoft.com/office/2006/metadata/properties" ma:root="true" ma:fieldsID="18817bea9ddb899bcb71e34dfb063dcd" ns1:_="" ns2:_="">
    <xsd:import namespace="http://schemas.microsoft.com/sharepoint/v3"/>
    <xsd:import namespace="3df75a81-b7cb-4783-ab8b-190cb791918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f75a81-b7cb-4783-ab8b-190cb79191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63C6748B-B74E-4BE1-834C-AEBB9BCA18F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9E621A0-1E67-4A33-AC30-1B8333BDE1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3df75a81-b7cb-4783-ab8b-190cb791918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299A1D5-F553-4264-9022-E0136C61CE27}">
  <ds:schemaRefs>
    <ds:schemaRef ds:uri="http://schemas.microsoft.com/office/infopath/2007/PartnerControls"/>
    <ds:schemaRef ds:uri="3df75a81-b7cb-4783-ab8b-190cb7919186"/>
    <ds:schemaRef ds:uri="http://purl.org/dc/elements/1.1/"/>
    <ds:schemaRef ds:uri="http://schemas.microsoft.com/office/2006/documentManagement/types"/>
    <ds:schemaRef ds:uri="http://schemas.microsoft.com/sharepoint/v3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a15a25aa-e944-415d-b7a7-40f6b9180b6b}" enabled="1" method="Standard" siteId="{eeb8d0e8-3544-41d3-aac6-934c309faf5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148</TotalTime>
  <Words>417</Words>
  <Application>Microsoft Office PowerPoint</Application>
  <PresentationFormat>Widescreen</PresentationFormat>
  <Paragraphs>68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Infineon 16:9</vt:lpstr>
      <vt:lpstr> Infineon PSOC6 Lecture project status </vt:lpstr>
      <vt:lpstr> Infineon PSOC6 Lecture project status </vt:lpstr>
      <vt:lpstr> Infineon PSOC6 Lecture project status </vt:lpstr>
      <vt:lpstr>Infineon PSOC6 Lecture presentation and final submission plans</vt:lpstr>
    </vt:vector>
  </TitlesOfParts>
  <Company>Infineon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IndustryMeetsMakers2024 Infineon team status</dc:title>
  <dc:creator>Muehlberger Andreas (IFAT IFM)</dc:creator>
  <cp:lastModifiedBy>Simon Kozka</cp:lastModifiedBy>
  <cp:revision>15</cp:revision>
  <dcterms:created xsi:type="dcterms:W3CDTF">2024-04-15T16:23:15Z</dcterms:created>
  <dcterms:modified xsi:type="dcterms:W3CDTF">2026-02-17T13:58:00Z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umentID">
    <vt:lpwstr/>
  </property>
  <property fmtid="{D5CDD505-2E9C-101B-9397-08002B2CF9AE}" pid="3" name="DocumentVersion">
    <vt:lpwstr/>
  </property>
  <property fmtid="{D5CDD505-2E9C-101B-9397-08002B2CF9AE}" pid="4" name="Proprietary">
    <vt:lpwstr/>
  </property>
  <property fmtid="{D5CDD505-2E9C-101B-9397-08002B2CF9AE}" pid="5" name="ConfidentialityMarking">
    <vt:lpwstr>restricted</vt:lpwstr>
  </property>
  <property fmtid="{D5CDD505-2E9C-101B-9397-08002B2CF9AE}" pid="6" name="AdditionalMarking">
    <vt:lpwstr/>
  </property>
  <property fmtid="{D5CDD505-2E9C-101B-9397-08002B2CF9AE}" pid="7" name="TemplateCompany">
    <vt:lpwstr>IFX</vt:lpwstr>
  </property>
  <property fmtid="{D5CDD505-2E9C-101B-9397-08002B2CF9AE}" pid="8" name="ContentTypeId">
    <vt:lpwstr>0x010100B7908744A1DC0E459D19409169BD101C</vt:lpwstr>
  </property>
  <property fmtid="{D5CDD505-2E9C-101B-9397-08002B2CF9AE}" pid="9" name="empower.integration.Classification.DocumentId">
    <vt:lpwstr/>
  </property>
  <property fmtid="{D5CDD505-2E9C-101B-9397-08002B2CF9AE}" pid="10" name="empower.integration.Classification.DocumentVersion">
    <vt:lpwstr/>
  </property>
  <property fmtid="{D5CDD505-2E9C-101B-9397-08002B2CF9AE}" pid="11" name="empower.integration.Classification.DocumentOwner">
    <vt:lpwstr/>
  </property>
  <property fmtid="{D5CDD505-2E9C-101B-9397-08002B2CF9AE}" pid="12" name="empower.integration.Classification.ShowFooter">
    <vt:bool>true</vt:bool>
  </property>
  <property fmtid="{D5CDD505-2E9C-101B-9397-08002B2CF9AE}" pid="13" name="empower.integration.Classification.RestrictionLevel">
    <vt:i4>1</vt:i4>
  </property>
  <property fmtid="{D5CDD505-2E9C-101B-9397-08002B2CF9AE}" pid="14" name="empower.integration.Classification.FooterDate">
    <vt:filetime>2025-07-03T06:27:54Z</vt:filetime>
  </property>
  <property fmtid="{D5CDD505-2E9C-101B-9397-08002B2CF9AE}" pid="15" name="empower.integration.Classification.DateFormat">
    <vt:lpwstr>yyyy-MM-dd</vt:lpwstr>
  </property>
  <property fmtid="{D5CDD505-2E9C-101B-9397-08002B2CF9AE}" pid="16" name="empower.integration.Classification.IsDraft">
    <vt:bool>false</vt:bool>
  </property>
  <property fmtid="{D5CDD505-2E9C-101B-9397-08002B2CF9AE}" pid="17" name="empower.integration.Classification.IsProprietary">
    <vt:bool>false</vt:bool>
  </property>
  <property fmtid="{D5CDD505-2E9C-101B-9397-08002B2CF9AE}" pid="18" name="empower.integration.Classification.HasAdditionalMarking">
    <vt:bool>false</vt:bool>
  </property>
  <property fmtid="{D5CDD505-2E9C-101B-9397-08002B2CF9AE}" pid="19" name="empower.integration.Classification.AdditionalMarking">
    <vt:lpwstr/>
  </property>
  <property fmtid="{D5CDD505-2E9C-101B-9397-08002B2CF9AE}" pid="20" name="empower.integration.Classification.IsEmpowerClassified">
    <vt:bool>true</vt:bool>
  </property>
  <property fmtid="{D5CDD505-2E9C-101B-9397-08002B2CF9AE}" pid="21" name="empower_migrated_document">
    <vt:lpwstr>true</vt:lpwstr>
  </property>
  <property fmtid="{D5CDD505-2E9C-101B-9397-08002B2CF9AE}" pid="22" name="MSIP_Label_a15a25aa-e944-415d-b7a7-40f6b9180b6b_Enabled">
    <vt:lpwstr>-1</vt:lpwstr>
  </property>
  <property fmtid="{D5CDD505-2E9C-101B-9397-08002B2CF9AE}" pid="23" name="MSIP_Label_a15a25aa-e944-415d-b7a7-40f6b9180b6b_SetDate">
    <vt:lpwstr>2025-07-03 06:27:55Z</vt:lpwstr>
  </property>
  <property fmtid="{D5CDD505-2E9C-101B-9397-08002B2CF9AE}" pid="24" name="MSIP_Label_a15a25aa-e944-415d-b7a7-40f6b9180b6b_Method">
    <vt:lpwstr>Privileged</vt:lpwstr>
  </property>
  <property fmtid="{D5CDD505-2E9C-101B-9397-08002B2CF9AE}" pid="25" name="MSIP_Label_a15a25aa-e944-415d-b7a7-40f6b9180b6b_Name">
    <vt:lpwstr>a15a25aa-e944-415d-b7a7-40f6b9180b6b</vt:lpwstr>
  </property>
  <property fmtid="{D5CDD505-2E9C-101B-9397-08002B2CF9AE}" pid="26" name="MSIP_Label_a15a25aa-e944-415d-b7a7-40f6b9180b6b_SiteId">
    <vt:lpwstr>eeb8d0e8-3544-41d3-aac6-934c309faf5a</vt:lpwstr>
  </property>
  <property fmtid="{D5CDD505-2E9C-101B-9397-08002B2CF9AE}" pid="27" name="MSIP_Label_a15a25aa-e944-415d-b7a7-40f6b9180b6b_ActionId">
    <vt:lpwstr>f2b23d3b-c785-4c2f-a598-3095f5fe5aeb</vt:lpwstr>
  </property>
  <property fmtid="{D5CDD505-2E9C-101B-9397-08002B2CF9AE}" pid="28" name="MSIP_Label_a15a25aa-e944-415d-b7a7-40f6b9180b6b_ContentBits">
    <vt:lpwstr>0</vt:lpwstr>
  </property>
</Properties>
</file>