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162" d="100"/>
          <a:sy n="162" d="100"/>
        </p:scale>
        <p:origin x="882" y="13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add your team name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add your team members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143</Words>
  <Application>Microsoft Office PowerPoint</Application>
  <PresentationFormat>Widescreen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Arial Unicode MS</vt:lpstr>
      <vt:lpstr>Verdana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Eder Julian (DES DOS SW ESW EPE)</cp:lastModifiedBy>
  <cp:revision>9</cp:revision>
  <dcterms:created xsi:type="dcterms:W3CDTF">2024-04-15T16:23:15Z</dcterms:created>
  <dcterms:modified xsi:type="dcterms:W3CDTF">2026-02-11T14:34:19Z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